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7" r:id="rId3"/>
    <p:sldId id="289" r:id="rId4"/>
    <p:sldId id="293" r:id="rId5"/>
    <p:sldId id="291" r:id="rId6"/>
    <p:sldId id="294" r:id="rId7"/>
    <p:sldId id="295" r:id="rId8"/>
    <p:sldId id="296" r:id="rId9"/>
    <p:sldId id="297" r:id="rId10"/>
    <p:sldId id="508" r:id="rId11"/>
    <p:sldId id="298" r:id="rId12"/>
    <p:sldId id="517" r:id="rId13"/>
    <p:sldId id="518" r:id="rId14"/>
    <p:sldId id="509" r:id="rId15"/>
    <p:sldId id="510" r:id="rId16"/>
    <p:sldId id="519" r:id="rId17"/>
    <p:sldId id="511" r:id="rId18"/>
    <p:sldId id="512" r:id="rId19"/>
    <p:sldId id="513" r:id="rId20"/>
    <p:sldId id="514" r:id="rId21"/>
    <p:sldId id="515" r:id="rId22"/>
    <p:sldId id="51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086628415061833E-2"/>
          <c:y val="2.3010975428165565E-2"/>
          <c:w val="0.93000948363776592"/>
          <c:h val="0.92846040926263418"/>
        </c:manualLayout>
      </c:layout>
      <c:lineChart>
        <c:grouping val="standard"/>
        <c:varyColors val="0"/>
        <c:ser>
          <c:idx val="0"/>
          <c:order val="0"/>
          <c:tx>
            <c:v>Orginal Data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Sheet1!$B$2:$R$2</c:f>
              <c:numCache>
                <c:formatCode>General</c:formatCode>
                <c:ptCount val="17"/>
                <c:pt idx="0">
                  <c:v>10.199999999999999</c:v>
                </c:pt>
                <c:pt idx="1">
                  <c:v>11.4</c:v>
                </c:pt>
                <c:pt idx="2">
                  <c:v>9.89</c:v>
                </c:pt>
                <c:pt idx="3">
                  <c:v>11.45</c:v>
                </c:pt>
                <c:pt idx="4">
                  <c:v>12.3</c:v>
                </c:pt>
                <c:pt idx="5">
                  <c:v>12.4</c:v>
                </c:pt>
                <c:pt idx="6">
                  <c:v>11.8</c:v>
                </c:pt>
                <c:pt idx="7">
                  <c:v>11.7</c:v>
                </c:pt>
                <c:pt idx="8">
                  <c:v>12.1</c:v>
                </c:pt>
                <c:pt idx="9">
                  <c:v>11.98</c:v>
                </c:pt>
                <c:pt idx="10">
                  <c:v>11.89</c:v>
                </c:pt>
                <c:pt idx="11">
                  <c:v>12</c:v>
                </c:pt>
                <c:pt idx="12">
                  <c:v>11.95</c:v>
                </c:pt>
                <c:pt idx="13">
                  <c:v>10.98</c:v>
                </c:pt>
                <c:pt idx="14">
                  <c:v>12.4</c:v>
                </c:pt>
                <c:pt idx="15">
                  <c:v>12.3</c:v>
                </c:pt>
                <c:pt idx="16">
                  <c:v>11.56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3B-4AAF-AF69-30585B141FAD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SMA (window size=10)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Sheet1!$B$4:$R$4</c:f>
              <c:numCache>
                <c:formatCode>General</c:formatCode>
                <c:ptCount val="17"/>
                <c:pt idx="0">
                  <c:v>10.199999999999999</c:v>
                </c:pt>
                <c:pt idx="1">
                  <c:v>10.8</c:v>
                </c:pt>
                <c:pt idx="2">
                  <c:v>10.496666666666668</c:v>
                </c:pt>
                <c:pt idx="3">
                  <c:v>10.734999999999999</c:v>
                </c:pt>
                <c:pt idx="4">
                  <c:v>11.047999999999998</c:v>
                </c:pt>
                <c:pt idx="5">
                  <c:v>11.273333333333333</c:v>
                </c:pt>
                <c:pt idx="6">
                  <c:v>11.348571428571429</c:v>
                </c:pt>
                <c:pt idx="7">
                  <c:v>11.3925</c:v>
                </c:pt>
                <c:pt idx="8">
                  <c:v>11.47111111111111</c:v>
                </c:pt>
                <c:pt idx="9">
                  <c:v>11.522</c:v>
                </c:pt>
                <c:pt idx="10">
                  <c:v>11.690999999999999</c:v>
                </c:pt>
                <c:pt idx="11">
                  <c:v>11.751000000000001</c:v>
                </c:pt>
                <c:pt idx="12">
                  <c:v>11.957000000000001</c:v>
                </c:pt>
                <c:pt idx="13">
                  <c:v>11.91</c:v>
                </c:pt>
                <c:pt idx="14">
                  <c:v>11.920000000000002</c:v>
                </c:pt>
                <c:pt idx="15">
                  <c:v>11.91</c:v>
                </c:pt>
                <c:pt idx="16">
                  <c:v>11.886000000000001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3B-4AAF-AF69-30585B141FAD}"/>
            </c:ext>
          </c:extLst>
        </c:ser>
        <c:ser>
          <c:idx val="2"/>
          <c:order val="2"/>
          <c:tx>
            <c:strRef>
              <c:f>Sheet1!$A$6</c:f>
              <c:strCache>
                <c:ptCount val="1"/>
                <c:pt idx="0">
                  <c:v>EMA (b=0.9)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Sheet1!$B$6:$R$6</c:f>
              <c:numCache>
                <c:formatCode>General</c:formatCode>
                <c:ptCount val="17"/>
                <c:pt idx="0">
                  <c:v>10.200000000000001</c:v>
                </c:pt>
                <c:pt idx="1">
                  <c:v>10.831578947368421</c:v>
                </c:pt>
                <c:pt idx="2">
                  <c:v>10.484132841328414</c:v>
                </c:pt>
                <c:pt idx="3">
                  <c:v>10.764989822622857</c:v>
                </c:pt>
                <c:pt idx="4">
                  <c:v>11.139830529169011</c:v>
                </c:pt>
                <c:pt idx="5">
                  <c:v>11.408776269370561</c:v>
                </c:pt>
                <c:pt idx="6">
                  <c:v>11.483765996406769</c:v>
                </c:pt>
                <c:pt idx="7">
                  <c:v>11.521732906721668</c:v>
                </c:pt>
                <c:pt idx="8">
                  <c:v>11.616131606465045</c:v>
                </c:pt>
                <c:pt idx="9">
                  <c:v>11.671997773952393</c:v>
                </c:pt>
                <c:pt idx="10">
                  <c:v>11.703767752445998</c:v>
                </c:pt>
                <c:pt idx="11">
                  <c:v>11.745050422596783</c:v>
                </c:pt>
                <c:pt idx="12">
                  <c:v>11.772530429349906</c:v>
                </c:pt>
                <c:pt idx="13">
                  <c:v>11.669768828195403</c:v>
                </c:pt>
                <c:pt idx="14">
                  <c:v>11.761724881240216</c:v>
                </c:pt>
                <c:pt idx="15">
                  <c:v>11.827795392182594</c:v>
                </c:pt>
                <c:pt idx="16">
                  <c:v>11.795655889745539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3B-4AAF-AF69-30585B141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2636656"/>
        <c:axId val="542630416"/>
      </c:lineChart>
      <c:catAx>
        <c:axId val="5426366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630416"/>
        <c:crosses val="autoZero"/>
        <c:auto val="1"/>
        <c:lblAlgn val="ctr"/>
        <c:lblOffset val="100"/>
        <c:noMultiLvlLbl val="0"/>
      </c:catAx>
      <c:valAx>
        <c:axId val="542630416"/>
        <c:scaling>
          <c:orientation val="minMax"/>
          <c:min val="9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6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6518405294138038"/>
          <c:y val="0.62904413363430434"/>
          <c:w val="0.30524606349410616"/>
          <c:h val="0.264888447007881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8T16:36:47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1176,'3'2'377,"-2"-2"-215,0 1 1,0-1 0,0 1-1,0-1 1,0 0 0,0 1-1,0-1 1,0 0 0,0 0-1,0 0 1,0 1 0,2-2-1,-3 2 6,1-1 0,-1 0 0,1 0-1,-1 0 1,1 1 0,-1-1 0,1 0-1,-1 0 1,1 1 0,-1-1-1,0 0 1,1 1 0,-1-1 0,1 0-1,-1 1 1,0-1 0,0 1-1,1-1 1,-1 1 0,0-1 0,1 1-1,-1-1 1,0 1 0,0 0 0,9 16 183,-6-2-120,0 0-1,-1 0 0,0 0 0,-1 0 1,-2 24-1,0-11 81,0 21 196,-9 59-1,10-104-415,0 0 0,0 1 0,0-1 0,1 1 0,-1-1-1,3 8 1,-1-7-73,-1 0 1,0-1-1,-1 1 0,1 0 0,-1 0 0,0 5 0,-9 61 65,2-25 6,0 56-1,7-88-60,1 0 0,0 0 0,1 0 0,1 0 0,0-1 0,5 14 0,-3-10 11,-1 0 0,0 1-1,1 18 1,1 6-4,-5-15 6,-2-22-25,1-1-1,0 1 0,0-1 1,2 9-1,-2-12-13,0-1-1,0 1 1,0-1 0,1 1-1,-1-1 1,0 1-1,0-1 1,1 0-1,-1 1 1,0-1 0,1 1-1,-1-1 1,0 1-1,1-1 1,-1 0-1,1 1 1,-1-1 0,1 0-1,-1 0 1,1 1-1,0-1 1,-3-1 154,-3-1-179,4 1-35,2 2 40,-1-1 19,0 0-1,0 0 0,1 0 1,-1 0-1,0 0 0,0 0 1,0 0-1,0 0 0,0 0 0,0 0 1,0 0-1,0 0 0,0 0 1,0 1-1,0-1 0,0 0 1,1 0-1,-1 0 0,0 0 1,0 0-1,0 0 0,0 0 0,0 0 1,0 0-1,0 0 0,0 1 1,0-1-1,0 0 0,0 0 1,0 0-1,0 0 0,0 0 1,0 0-1,0 0 0,0 0 1,0 0-1,0 1 0,0-1 0,0 0 1,0 0-1,0 0 0,0 0 1,0 0-1,-1 0 0,1 0 1,0 0-1,0 0 0,0 0 1,0 0-1,0 1 0,0-1 1,0 0-1,0 0 0,0 0 0,0 0 1,-1 0-1,-2 2 4,-1 1 22,4-3-25,0 0 0,0 0 0,0 0 1,0 0-1,0 0 0,-1 0 0,1 0 0,0 0 0,0 0 0,0 1 0,0-1 0,0 0 0,0 0 0,0 0 0,0 0 0,0 0 0,0 0 0,0 0 0,0 0 0,0 0 0,0 0 0,0 1 0,0-1 0,0 0 0,-1 0 0,1 0 0,0 0 1,0 0-1,0 0 0,0 0 0,0 0 0,1 1 0,-1-1 0,0 0 0,0 0 0,0 0 0,0 0 0,0 0 0,0 0 0,0 0 0,0 0 0,0 0 0,0 1 0,0-1 0,0 0 0,0 0 0,0 0 0,0 0 0,0 0 0,0 0 1,1 0-1,-1 0 0,0 0 0,0 0 0,0 9 97,-4-4-100,-1 1 104,5-6-90,0 1-1,1-1 1,-1 0-1,0 0 1,0 1-1,0-1 1,0 0-1,1 0 0,-1 0 1,0 0-1,0 1 1,1-1-1,-1 0 1,0 0-1,0 0 1,1 0-1,-1 0 1,0 1-1,0-1 1,1 0-1,-1 0 1,0 0-1,0 0 1,1 0-1,-1 0 1,0 0-1,1 0 0,-1 0 1,0 0-1,0 0 1,1 0-1,-1-1 1,0 1-1,1 0 1,-4 1 225,4-1-46,-1 0-183,0 0-1,0 0 1,0 0 0,0 0 0,-1 0-1,1 0 1,0 0 0,0 0 0,0 0-1,0 0 1,0 0 0,0 0-1,0 0 1,0 0 0,0 0 0,0 0-1,0-1 1,0 1 0,0 0 0,0 0-1,0 0 1,0 0 0,0 0-1,0 0 1,0 0 0,0 0 0,0 0-1,0 0 1,0 0 0,0 0 0,0 0-1,0 0 1,0 0 0,0 0-1,0 0 1,0 0 0,0 0 0,0 0-1,0 0 1,0 0 0,1-1 0,-1 1-1,0 0 1,0 0 0,0 0 0,0 0-1,0 0 1,0 0 0,0 0-1,0 0 1,0 0 0,0 0 0,0 0-1,0 0 5,1 0 0,-1 0-1,0 0 1,1 0 0,-1-1-1,0 1 1,1 0 0,-1 0 0,0 0-1,1-1 1,-1 1 0,0 0-1,0 0 1,1-1 0,-1 1-1,0 0 1,0-1 0,0 1-1,1 0 1,-1-1 0,0 1-1,0 0 1,0-1 0,0 1-1,0 0 1,0-1 0,0 1 0,0 0-1,0-1 1,0 0 0,1-1-8,0 0 0,-1-1 0,1 1 0,-1 0 0,0-1 0,0-2 0,0-3 5,0 1 0,1-1-1,0 1 1,0-1 0,3-10 0,-2 12-14,0-1 0,-1 1 1,0-1-1,0 0 0,0 1 1,-1-1-1,0 0 0,-2-10 1,-1 2-4,1-1-1,0-23 1,2 23 4,-5-25-1,-6-24 28,9 54-13,0 0-1,1-1 1,0 1 0,1-1-1,1 1 1,-1-1 0,2 1-1,4-19 1,8-30 18,7-25-16,0 5 20,-13 47-22,0-2-8,-3 18 6,4-28 0,-7 31 4,1 0 0,1 0 0,7-20 0,-9 29 5,0 0 0,0-1 0,0 1 0,-1-1 0,0 1 0,0-11 0,-1 15-14,1 0 1,-1 1-1,0-1 1,0 1-1,0-1 1,0 1-1,0-1 1,1 1-1,-1-1 1,0 1-1,0-1 1,1 1-1,-1 0 1,0-1-1,1 1 1,-1-1-1,0 1 1,1 0-1,-1-1 1,1 1-1,-1 0 1,1-1-1,0 1 1,-1 0-1,0 0 0,0-1 0,0 1 1,0 0-1,0 0 0,0 0 0,0 0 0,1 0 1,-1 0-1,0 0 0,0-1 0,0 1 0,0 0 1,0 0-1,1 0 0,-1 0 0,0 0 0,0 0 1,0 0-1,0 0 0,1 0 0,-1 0 0,0 0 0,0 0 1,0 0-1,0 0 0,1 0 0,-1 0 0,0 0 1,0 0-1,0 0 0,0 0 0,1 0 0,-1 1 1,0-1-1,0 0 0,0 0 0,0 0 0,1 0 1,-7 28-40,3-17 57,0 1 1,0-1 0,1 1 0,1 0 0,0-1 0,1 1 0,0 0 0,2 19 0,3 43 21,-3-28-14,1 176-2,-9-167-32,4-39 18,0 1-1,1-1 1,0 1-1,2-1 1,3 27-1,-2-32-8,0-6-5,-1 1 1,0-1-1,-1 0 1,1 7 0,0 19 10,1 1 0,8 47 0,-8-69-7,0 1 0,-1 0 0,-1 0 0,0 11 0,-1 0 0,-3 28-6,2-36 3,1 1 0,0 20 0,2-4 10,-1-20-12,0 1 0,3 19 0,-2-28 3,0 2 0,0 1 0,0-1 0,0 1 1,-1-1-1,0 1 0,0 7 0,-2 2-4,2-13 6,0-1-1,0 1 1,0 0-1,0 0 1,0-1-1,-1 1 1,1 0-1,0-1 1,-1 1-1,0-1 0,1 1 1,-1-1-1,0 1 1,0-1-1,0 1 1,0-1-1,0 1 1,-2 1-1,3-3 0,-1 1 0,1-1 0,0 0 0,0 0 1,0 0-1,0 1 0,-1-1 0,1 0 0,0 0 0,0 1 0,0-1 0,0 0 0,0 0 0,0 1 0,0-1 0,0 0 0,0 1 0,0-1 0,0 0 0,0 0 0,0 1 0,0-1 0,0 0 0,0 1 0,0-1 0,0 0 0,0 0 0,0 1 0,0-1 0,1 0 1,-1 0-1,0 1 0,0-1 0,0 0 0,0 0 0,1 0 0,-1 1 0,0-1 0,0 0 0,0 0 0,1 0 0,-1 0 0,0 1 0,1-1-2,-1 0 1,0 0-1,0 0 0,0 0 1,0 0-1,0 1 0,0-1 1,1 0-1,-1 0 0,0 0 1,0 0-1,0 0 0,0 0 1,0 0-1,1 0 0,-1 0 1,0 0-1,0 0 0,0 0 0,0 0 1,1 0-1,-1 0 0,0 0 1,0 0-1,0 0 0,0 0 1,1 0-1,-1 0 0,0 0 1,0 0-1,0 0 0,0 0 1,0 0-1,1 0 0,-1-1 1,0 1-1,0 0 0,0 0 1,0 0-1,0 0 0,0 0 1,0 0-1,1-1 0,-1 1 1,0 0-1,0 0 0,0 0 1,0 0-1,0 0 0,0-1 1,0 1-1,0 0 0,0 0 0,0 0 1,0 0-1,0-1 0,0 1 1,0 0-1,0 0 0,0 0 1,0 0-1,0-1 0,0 1 1,0 0-1,0 0 0,0 0 1,0 0-1,-1-1 0,1 0 14,0 0 0,0 1 0,-1-1 0,1 0 0,0 0 0,0 0-1,0 0 1,0 0 0,0 0 0,0 0 0,0 0 0,1 0 0,-1 0-1,0 0 1,0 0 0,1 0 0,-1 1 0,1-1 0,0-1 0,2-6 0,-1 1-4,0 0-1,0 0 0,-1-1 0,0 1 1,0-1-1,-1 1 0,0-11 1,1-22-14,20-69 31,-13 73-19,7-62 0,-15 83-16,-3-30 0,2 32 8,0 0 0,1-22 0,3 11 4,1 0 1,2 0 0,12-36-1,-16 52 5,0 1 0,-1 0 0,1-13-1,-1 14 8,-1-1-1,1 1 1,0 0-1,0 0 1,4-9-1,-5 14-15,1 0-1,-1 0 0,1 0 0,-1 1 1,1-1-1,-1 0 0,1 0 1,-1 0-1,1 0 0,0 1 0,0-1 1,-1 0-1,1 1 0,0-1 0,0 0 1,0 1-1,-1-1 0,1 1 0,0 0 1,0-1-1,0 1 0,0 0 0,0-1 1,0 1-1,2 0 0,-3 0-12,0 0 16,-1 0 0,1-1 0,0 1-1,0 0 1,-1 0 0,1 0-1,0 0 1,0 0 0,0-1-1,-1 1 1,1 0 0,0 0-1,0 0 1,0-1 0,-1 1 0,1 0-1,0 0 1,0-1 0,0 1-1,0 0 1,0 0 0,0-1-1,0 1 1,0 0 0,-1-1-1,1 1 1,0 0 0,0 0 0,0-1-1,0 1 1,0 0 0,0-1-1,1 1 1,-1 0 0,0 0-1,0-1 1,0 1 0,0 0-1,0 0 1,0-1 0,0 1 0,1-1-1,-1 1 0,0 0-1,0 0 0,0 0 1,0 0-1,0 0 0,0 0 1,0 0-1,0 0 0,0 0 1,0 0-1,0 0 0,0 0 1,0 0-1,-1 0 0,1 0 1,0 0-1,0 0 0,0 0 1,0 0-1,0 0 0,0 0 1,0 0-1,0 0 0,0 0 1,0 0-1,0 0 0,0 0 1,0 0-1,0 0 0,0 0 1,0 0-1,0 0 0,0 0 1,0 0-1,0 0 0,0 0 1,0 0-1,0 0 0,0 0 1,3 4 36,2 3-46,-3 10-37,-1-14 42,0-1 0,-1 1 0,1-1 1,-1 1-1,0-1 0,0 1 0,0 0 0,0-1 0,-1 5 0,-4 17 7,-3 13-18,3-19 14,-3 26-1,1-3 12,4-22-8,-1 22-1,-2 18-23,-3 35 21,-1-9 6,6-41 1,2-14 4,2 0 1,0 1-1,2-1 0,1 0 1,10 41-1,0-24 14,-8-32-27,-1 0 1,-1 0-1,0 1 1,2 23-1,-5-37 5,0-1-1,0 1 1,0-1-1,1 1 1,-1-1-1,1 1 1,-1-1-1,1 1 1,-1-1-1,2 2 1,-1-1 7,0 0 0,0 0 0,0 0 0,-1 0 0,1 0 0,0 3 0,-1-5-8,0 1 0,0-1 1,0 0-1,0 1 0,0-1 0,1 1 1,-1-1-1,0 1 0,0-1 1,0 0-1,0 1 0,1-1 0,-1 0 1,0 1-1,0-1 0,1 0 0,-1 1 1,0-1-1,1 0 0,-1 0 1,0 1-1,1-1 0,-1 0 0,0 0 1,1 0-1,-1 1 0,1-1 0,-1 0 1,0 0-1,1 0 0,-1 0 1,1 0-1,-1 0 0,1 0 0,0 0 1,0 0-1,-1 0 0,1 0 1,0-1-1,-1 1 0,1 0 1,0 0-1,-1-1 0,1 1 1,0-1-1,-1 1 0,1 0 1,-1-1-1,1 1 0,-1-1 1,1 0-1,-1 1 0,1-1 1,-1 1-1,0-1 1,1 0-1,0 0 0,33-71 48,-4 6-48,30-103 0,-37 63 6,-13 50-3,18-65-10,-26 112 10,-1 5 2,0 0 0,0-1 0,0 1 1,1 0-1,0 0 0,2-4 1,1 3 48,-4 5-73,-3 2-68,1 0 79,0-1-1,0 1 1,0 0-1,0-1 1,1 1 0,-1 0-1,0 0 1,1 0-1,-1-1 1,1 4-1,-3 7 5,-4 9 10,1 0 1,1 1 0,1 0-1,1 0 1,0 0-1,2 32 1,4 13 12,-1 92-15,-1-145 2,0-1 0,0 0 0,6 23 1,-3-20-3,-2 0 0,2 17 1,-2 4-11,12 70-1,-10-86 29,2 0-1,0-1 0,2 0 0,16 33 1,-22-49-25,6 8 32,-8-12-29,0 0-1,0 0 1,1 0-1,-1 0 0,0 0 1,1 0-1,-1 0 1,0 1-1,1-1 1,-1 0-1,0 0 1,1 0-1,-1 0 1,0 0-1,1 0 1,-1-1-1,0 1 1,0 0-1,1 0 1,-1 0-1,0 0 0,1 0 1,-1 0-1,0-1 1,0 1-1,1 0 1,-1 0-1,0 0 1,0 0-1,1-1 1,-1 1-1,0 0 1,0 0-1,0-1 1,1 1-1,-1 0 1,0-1-1,0 1 0,0 0 1,1-3-8,0 0-1,0 0 1,0 0 0,0 0-1,-1 0 1,1-5-1,1-3 12,19-78-37,-10 43 41,8-55-1,-7 26-49,0-7 76,-5 29-43,-3 27-3,1-42 0,-4 52 25,1-1 1,3-15-1,-1 20 52,-4 12-64,1 0-1,-1-1 1,0 1 0,0 0-1,0 0 1,1-1 0,-1 1 0,0 0-1,0 0 1,1 0 0,-1 0 0,0 0-1,1-1 1,-1 1 0,0 0 0,0 0-1,1 0 1,-1 0 0,0 0-1,1 0 1,0 0 0,-3 15-26,2-15 24,-4 34 3,1-1 1,1 1-1,4 35 0,18 287-15,-15-166 19,-3-68 0,-1-102 15,1 0 0,1 0 0,9 37 0,-11-56-17,-1-1 1,0 0-1,0 1 1,0-1 0,0 0-1,0 1 1,0-1 0,0 0-1,1 1 1,-1-1-1,0 0 1,0 1 0,0-1-1,1 0 1,-1 0-1,0 1 1,0-1 0,1 0-1,-1 0 1,0 1-1,1-1 1,-1 0 0,0 0-1,1 0 1,-1 1-1,0-1 1,1 0 0,-1 0-1,0 0 1,1 0 0,0 0-1,0 0 0,0 0 0,-1-1 0,1 1 1,0 0-1,0-1 0,-1 1 0,1 0 0,0-1 1,0 1-1,-1-1 0,1 1 0,0-2 0,2 0-5,-1-1-1,1 0 1,-1 0-1,0 1 1,0-2-1,2-4 0,35-116 17,-14 38-1,-11 43-23,-3-2-1,10-78 1,-16 84 13,1-1 0,2 1 1,1 0-1,26-63 0,-32 90 5,-2 10-8,-1 0-1,1 0 1,-1-1 0,1 1 0,0 0-1,0 0 1,0 0 0,0 0-1,2-2 1,0 2-3,-3 2 0,0 0 1,0 0 0,1-1 0,-1 1-1,0 0 1,0 0 0,0 0 0,1 0-1,-1-1 1,0 1 0,0 0 0,0 0-1,0-1 1,1 1 0,-1 0 0,0 0-1,0-1 1,0 1 0,0 0 0,0 0-1,0-1 1,0 1 0,0 0-1,0 0 1,0-1 0,0 1 0,0 0-1,0 0 1,0-1 0,0 1 0,0 0-1,0 0 1,0-1 0,0 1 0,-1-1-1,1 0 3,0 0-2,0 1 1,0 0-1,0-1 1,0 1-1,-1 0 1,1-1-1,0 1 1,0 0-1,0-1 1,0 1-1,-1 0 1,1-1-1,0 1 1,0 0-1,-1 0 1,1-1-1,0 1 1,-1 0-1,1 0 1,0-1 0,-1 1-1,1 0 1,0 0-1,-1 0 1,1 0-1,-2-1 4,2 1-4,0 0-1,0 0 1,0 0-1,0 0 1,0 0-1,0 0 1,0 0 0,0 0-1,0 0 1,0 0-1,0 1 1,0-1 0,0 0-1,0 0 1,0 0-1,-1 0 1,1 0-1,0 0 1,0 0 0,0 0-1,0 0 1,0 0-1,0 0 1,0 0-1,0 0 1,0 0 0,0 0-1,0 0 1,0 0-1,-1 0 1,1 0-1,0 0 1,0 0 0,0 0-1,0 0 1,0 0-1,0 0 1,0 0 0,0-1-1,0 1 1,0 0-1,0 0 1,0 0-1,0 5 0,0 0-1,0 0 1,0 0-1,0 0 1,-1-1 0,1 1-1,-1 0 1,-1 0-1,-1 5 1,1-5 5,1 0-1,-1 1 1,1-1 0,0 0 0,1 1 0,-1-1 0,1 1 0,1 5-1,13 171 9,-14-180-10,5 38 10,-1-15 0,-3-17-12,1-1 1,0 0 0,4 11-1,-3-11 5,0 0-1,2 14 1,-2 31-3,-1-14-9,2 13-11,7 54 34,-3 142 0,-8-240-5,0-1-13,0-1-1,0 1 1,0-1 0,0 1-1,1 0 1,0-1 0,1 0 0,-1 1-1,3 5 1,-4-11 3,0 0-1,0 0 1,0 0 0,0 1 0,0-1-1,0 0 1,0 0 0,0 0-1,0 1 1,0-1 0,1 0 0,-1 0-1,0 0 1,0 0 0,0 1-1,0-1 1,0 0 0,0 0 0,1 0-1,-1 0 1,0 0 0,0 0-1,0 0 1,0 1 0,1-1-1,-1 0 1,0 0 0,0 0 0,0 0-1,0 0 1,1 0 0,-1 0-1,0 0 1,0 0 0,0 0 0,1 0-1,-1 0 1,0 0 0,0 0-1,0 0 1,1 0 0,-1 0 0,0 0-1,3-1 25,-3 1-24,0 0 0,0 0 0,0 0 0,0 0-1,0 0 1,0 0 0,0 0 0,-1 0 0,1 0 0,0 0 0,0 1-1,0-1 1,0 0 0,0 0 0,0 0 0,0 0 0,0 0 0,0 0-1,0 0 1,0 0 0,0 0 0,0 0 0,0 0 0,0 0 0,0 0-1,0 0 1,0 0 0,0 0 0,0 0 0,0 1 0,0-1 0,0 0-1,0 0 1,0 0 0,0 0 0,0 0 0,1 0 0,-1 0 0,0 0 0,0 0-1,0 0 1,0 0 0,0 0 0,0 0 0,0 0 0,0 0 0,0 0-1,0 0 1,0 0 0,0 0 0,0 0 0,0 0 0,0 0 0,0 0-1,0 0 1,0 0 0,0 0 0,0 0 0,1 0 0,-1 0 0,0 0-1,0 0 1,0 0 0,0 0 0,0 0 0,0 0 0,0 0 0,0 0-1,0 0 1,0 0 0,1 0-1,-1 0 1,0 0-1,0 0 1,0 0 0,0 0-1,0 0 1,1 0-1,-1 0 1,0 0-1,0 0 1,0 0 0,0 0-1,0 0 1,1 0-1,-1 0 1,0 0 0,0-1-1,0 1 1,0 0-1,0 0 1,0 0-1,0 0 1,1 0 0,-1 0-1,0 0 1,0-1-1,0 1 1,0 0 0,0 0-1,0 0 1,0 0-1,0 0 1,0-1 0,0 1-1,0 0 1,0 0-1,0 0 1,0 0-1,0-1 1,0 1 0,0 0-1,0 0 1,0 0-1,0 0 1,0 0 0,0-1-1,-1-6 11,1 5-10,-1 0 1,1 1-1,0-1 1,0 0-1,0 1 1,0-1-1,1-3 1,0-2 6,2-1-1,-1 0 1,1 1 0,0 0 0,1 0 0,5-10-1,-6 13-6,0 0-1,0 0 1,-1-1-1,1 1 1,-1-1-1,0 1 1,2-10-1,3-6-12,40-134-59,-11 29 94,-4 11-14,1-4-36,-9 33 61,-4 15-11,-20 69-20,0 0-1,0 0 1,0 1-1,0-1 1,1 0-1,-1 1 1,0-1 0,1 0-1,-1 1 1,0-1-1,1 0 1,-1 1-1,1-1 1,-1 1-1,1-1 1,0 1 1,-1 0 0,0 1 0,1-1 0,-1 1 0,0-1 0,1 0 0,-1 1 0,0-1 0,0 1 0,0-1 0,1 1 0,-1-1 0,0 1 0,0-1 0,0 1 0,0 0 0,1 4-12,-1 0 0,0 0 0,0 0-1,0 0 1,0 0 0,-1 0 0,0 0-1,0 0 1,-3 9 0,1-5 5,1 0 0,-2 11-1,3 7 12,2 31 0,0 21 12,-6 157-22,3-127-1,-1-41 8,3-67-4,0 150 19,2-115-28,2 1 0,8 40-1,32 78 147,-44-155-135,0 0 0,0 0 1,0 0-1,0 1 0,0-1 1,0 0-1,0 0 0,0 0 1,0 0-1,0 0 0,0 0 1,0 0-1,1 1 0,-1-1 1,0 0-1,0 0 0,0 0 1,0 0-1,0 0 0,0 0 1,0 0-1,0 0 0,0 0 1,1 0-1,-1 0 0,0 0 0,0 0 1,0 0-1,0 1 0,0-1 1,0 0-1,0 0 0,1 0 1,-1 0-1,0 0 0,0 0 1,0 0-1,0 0 0,0 0 1,0 0-1,0-1 0,1 1 1,-1 0-1,0 0 0,0 0 1,0 0-1,0 0 0,0 0 1,0 0-1,0 0 0,1 0 1,-1 0-1,0 0 0,0 0 1,0 0-1,0-1 0,7-9 49,5-14-71,-12 23 22,7-14-17,-2-1-1,0 0 1,4-28 0,1-49 33,0 3-32,6-22 9,-12 77 10,-2 17 1,0 0-1,1 1 1,10-32 0,-12 47-8,10-29 7,8-34 1,-16 58-7,-3 6-1,1 0 0,-1 0 0,0 1 1,1-1-1,-1 0 0,0 0 0,0 0 0,1 0 0,-1 0 1,0 1-1,0-1 0,0 0 0,0 0 0,0 0 0,0 0 1,0 0-1,0 0 0,-1 0 0,1 1 0,0-1 0,0 0 1,-1-1-1,3 6-35,-5 7 2,-6 22 40,1 0 0,1 0-1,2 1 1,1 0-1,1 52 1,6-4 31,16 91 1,-17-159-29,1 0 1,0-1 0,0 0 0,1 0 0,1 0 0,0 0-1,10 17 1,-5-7 8,2-43 70,-6 12-87,-2 0 1,1 0 0,-1-1 0,6-16 0,7-41 11,-7 24-11,4-6-9,14-59 11,-22 77-1,13-39-1,-12 38 9,-6 25-6,0 0 0,1 0 0,0 0 1,0 0-1,0 0 0,5-9 0,-7 15-4,0 0 0,0 1 0,0-1 0,0 0 0,0 0 0,0 0 0,0 0 0,-1 0 0,1 0-1,0 0 1,0 0 0,0 0 0,0 0 0,1 0 0,-1 0 0,0 1 0,0-1 0,0 0 0,0 0 0,0 0 0,0 0 0,0 0 0,0 0 0,0 0 0,0 0 0,0 0 0,0 0 0,0 0 0,0 0 0,0 0 0,0 0 0,0 0-1,0 0 1,0 0 0,0 1 0,0-1 0,0 0 0,1 0 0,-1 0 0,0 0 0,0 0 0,0 0 0,0 0 0,0 0 0,0 0 0,0 0 0,0 0 0,0 0 0,0 0 0,0 0 0,0 0 0,0 0 0,1 0 0,-1 0 0,0 0-1,0 0 1,0 0 0,0-1 0,0 1 0,0 0 0,0 0 0,0 0 0,0 0 0,0 0 0,0 0 0,0 0 0,0 0 0,1 12-7,-1 13-52,-7 7 34,5-24 24,0 1-1,0 12 1,5 71 18,0-7 17,-2 175-15,2-207-9,1 10-19,-2 40-11,-2-93 24,0-1-1,1 0 1,0 0-1,4 16 1,-1-10 25,4 27 1,-7-35-23,-1 0 12,0-6-15,-1 0-1,1-1 1,0 1-1,0 0 1,0 0-1,0 0 1,0 0 0,0-1-1,0 1 1,1 0-1,-1 0 1,0 0-1,0-1 1,1 1-1,-1 0 1,0 0-1,1-1 1,-1 1-1,1 0 1,-1-1-4,-1 0 1,1-1-1,0 1 1,0 0-1,-1-1 0,1 1 1,0 0-1,0-1 1,0 1-1,0 0 1,0-1-1,-1 1 0,1-1 1,0 1-1,0 0 1,0-1-1,0 1 1,0-1-1,0 1 0,0-1 1,0 1-1,0 0 1,0-1-1,1 1 1,-1-1-1,0 1 0,0 0 1,0-1-1,1 0 1,6-3 4,11-14 16,-16 16-20,1 0 1,-1 0 0,0 0 0,0 0 0,0 0 0,0 0-1,0-1 1,0 1 0,-1-1 0,1 0 0,-1 1 0,0-1-1,0 0 1,0 0 0,1-5 0,5-12 4,38-84-6,-4 10 2,-32 74-5,1 1 1,16-25-1,-15 28 0,-2 0 0,0-1 1,11-28-1,-12 22 16,18-36 1,-22 51-10,1 0-1,0 0 1,0 0 0,0 1-1,1 0 1,0 0 0,11-9-1,-10 11 18,-4 2-12,1 0-1,0 0 1,0 0 0,8-3 0,-7 5 12,1 2-35,-6-1 12,1 1 0,-1-1-1,0 0 1,0 1 0,0-1-1,0 1 1,1-1 0,-1 0 0,0 1-1,0-1 1,0 1 0,0-1-1,0 0 1,0 1 0,0-1-1,0 1 1,0-1 0,0 1-1,0-1 1,0 0 0,-1 1 0,0 12-12,1-13 10,-49 398 19,51-272-7,1-43 10,-3-75-12,1 1-1,0-1 1,1 0-1,4 15 1,1 5 3,-7-26-8,1 0-1,-1-1 1,1 1-1,0-1 1,0 1-1,-1 0 1,1-1 0,2 3-1,3 4 10,-6-9-4,0 0-1,0 0 0,0 0 1,0 0-1,0 0 0,1 0 1,-1 0-1,1 0 0,-1 0 1,0 0-1,1 0 0,0-1 1,13-22-18,-4 6 17,-3 6-5,-4 7-1,0 0 0,4-12 0,48-171-11,-13-9 2,-40 191 14,12-56 29,-12 55-24,1-1 0,-1 1 0,2 0 0,-1 0 0,9-13 0,-11 19-7,0 0 0,0 0 0,0-1 0,1 1 0,-1 0 0,0 0 0,1 0 1,-1 0-1,1 1 0,-1-1 0,1 0 0,-1 0 0,1 1 0,-1-1 0,1 1 0,0 0 1,-1-1-1,1 1 0,0 0 0,-1 0 0,1 0 0,0 0 0,0 0 0,-1 1 0,1-1 1,-1 0-1,1 1 0,0-1 0,1 2 0,-2-1-9,0 0 1,0 1-1,-1-1 1,1 1-1,0 0 0,-1-1 1,1 1-1,-1-1 0,1 1 1,-1 0-1,0-1 1,0 1-1,0 2 0,2 28 7,-3 50 0,-11 33 2,4-32-4,-1 60-6,8-110 14,3 0 0,6 44 0,-4-59-7,0 1 1,1-1 0,9 22-1,-12-35 4,9 17 51,-11-21-53,1-1 0,-1 1 0,1 0 0,-1 0 0,1 0 0,-1-1 0,1 1 1,-1 0-1,1-1 0,0 1 0,0 0 0,-1-1 0,1 1 0,0-1 0,0 1 0,0-1 0,-1 0 0,1 1 0,2-1 0,-2 0-4,1-1 0,-1 0 0,1 0 0,-1 0-1,1 0 1,-1 0 0,0 0 0,1 0 0,-1-1-1,0 1 1,0 0 0,0-1 0,2-2-1,2-2 2,-2 2 9,3-1-10,0-1 0,0 0 0,-1-1 0,0 1 0,7-13 0,-11 17 2,26-49-9,25-67 1,-17 42 3,-29 62 2,10-15 0,2-1 21,-14 23-15,1 0 1,0 0-1,0 1 1,0-1-1,1 1 1,0 1-1,0-1 1,1 1-1,-1 0 1,11-5-1,-16 9-2,0 0 1,0 1-1,1-1 0,-1 1 0,0 0 0,1-1 0,-1 1 0,1 0 0,-1 0 0,0 0 0,1 0 0,-1 0 0,1 0 0,-1 0 0,0 0 0,3 1 0,-3-1 0,-2 8 24,3-7-14,-1-1-14,-1 0 0,1 1 0,0-1 0,-1 1 0,1-1 1,-1 0-1,1 1 0,-1-1 0,1 1 0,-1-1 0,1 1 0,-1 0 0,0-1 0,1 1 0,-1-1 0,0 1 0,1 0 0,-1 0 0,0 13-14,0-1-1,-1 0 1,-1-1 0,-5 21-1,-3 2 15,6-20 3,-8 18-1,9-22 0,0 0 0,0 0 0,1 1 0,-1 16 0,-1 8-3,-4 17 2,5-27 2,-11 39 1,11-51 4,0 1 0,0-1 0,2 1 0,0 0 1,0-1-1,1 1 0,1 0 0,5 27 0,-5-36-6,0-1-1,0 1 1,-1 0-1,0 0 0,0 0 1,0 0-1,-1 0 0,-1 7 1,2-12 3,0-1-1,-1 1 1,1 0 0,0 0 0,0 0-1,0 0 1,-1-1 0,1 1 0,0 0-1,0 0 1,0 0 0,1 0 0,-1-1 0,0 1-1,0 0 1,0 0 0,0 0 0,1-1-1,-1 1 1,0 0 0,1 0 0,0 0 0,1 3 10,-9-4 15,6-2-40,6-1 6,-2 1 5,0 1 0,0 0 0,0-1 0,0 0 0,0 0 0,0 0 0,-1 0 0,1 0 0,-1 0 0,0-1 1,1 1-1,1-4 0,3-4-10,-1 0 1,5-12-1,1 0 5,0 0 6,24-39 3,-14 25 12,20-49-1,-32 60 2,-7 18-12,-1 0-1,1 0 1,0 1 0,1-1-1,7-10 1,5-4 12,-13 15-20,1 0 0,9-8 0,4-8-4,-15 18 14,1 1 1,-1-1-1,1 1 1,-1 0-1,1 0 0,0 0 1,0 0-1,0 1 1,6-4-1,-8 6-3,1-1 0,-1 1 0,0 0 0,1 0-1,-1 0 1,1 0 0,-1 0 0,0 0 0,2 1 0,-2-1-4,-1 0 0,1 0 0,0 0 0,-1 0 0,1 0 0,-1 1 0,1-1 0,-1 0 0,1 0 1,-1 0-1,1 1 0,-1-1 0,1 0 0,-1 1 0,1-1 0,-1 0 0,1 1 0,-1-1 0,0 1 0,1-1 0,-1 0 1,0 1-1,1-1 0,-1 2 0,-5 96-57,2-62 56,2 1-1,4 40 1,0 1-3,-2-56 8,4 25 1,-2-26 1,0 27 0,-3-41-1,0 0-7,0 1 1,1-1-1,1 8 0,-2-15 5,0 1 0,0-1 0,0 0-1,0 0 1,0 1 0,0-1 0,0 0 0,0 0-1,0 1 1,0-1 0,0 0 0,0 0-1,0 1 1,1-1 0,-1 0 0,0 0-1,0 1 1,0-1 0,0 0 0,1 0-1,-1 0 1,0 0 0,0 1 0,0-1-1,1 0 1,-1 0 0,0 0 0,0 0 0,1 0-1,-1 0 1,1 1 0,5-7 4,2-14-63,0-6 58,-1 4 7,6-36 0,2-80-23,-12 109 16,0 4 13,7-30-1,-7 43-15,0 0 18,0 0-1,8-18 0,-10 30-13,-1-1 1,0 1-1,0-1 1,0 1-1,1-1 0,-1 1 1,0-1-1,1 1 0,-1 0 1,0-1-1,1 1 0,-1-1 1,0 1-1,1 0 0,-1-1 1,1 1-1,-1 0 1,1 0-1,-1-1 0,0 1 1,1 0-1,-1 0 0,1 0 1,-1 0-1,1 0 0,-1-1 1,1 1-1,-1 0 0,1 0 1,0 0-1,-1 0 1,1 1-1,-1-1 0,1 0 1,-1 0-1,1 0 0,-1 0 1,1 0-1,-1 1 0,0-1 1,1 0-1,1 1-4,-1 0 0,0 0 0,0 1 0,0-1-1,1 0 1,-1 0 0,-1 1 0,1-1 0,0 0 0,0 1 0,0-1-1,-1 1 1,1-1 0,-1 1 0,1 1 0,2 14-10,-1 1-1,-1 0 1,-1 31 0,0-21-1,-4 108-19,2-89 46,2 95 34,1-131-47,1 0 1,0-1-1,1 1 1,0-1-1,6 15 0,-9-24 1,0-1-1,1 0 0,-1 0 1,0 0-1,0 0 0,0 1 0,0-1 1,0 0-1,0 0 0,1 0 1,-1 0-1,0 1 0,0-1 1,0 0-1,0 0 0,0 0 0,1 0 1,-1 0-1,0 0 0,0 0 1,0 0-1,1 0 0,-1 0 0,0 0 1,0 0-1,0 0 0,1 0 1,-1 0-1,0 0 0,0 0 0,0 0 1,1 0-1,-1 0 0,0 0 1,0 0-1,0 0 0,1 0 1,-1 0-1,0 0 0,0 0 0,0 0 1,0 0-1,1-1 0,-1 1 1,0 0-1,0 0 0,0 0 0,0 0 1,0 0-1,1-1 0,9-10 24,-7 7-20,11-11-16,0-1 0,-1 0-1,-1-1 1,13-24 0,-18 27 20,5-16 0,-1 2-16,-3 6 3,12-43 0,-14 40-4,15-69-11,-11 56 35,-7 25-8,0 0 1,1 0-1,0 0 1,1 1 0,11-21-1,-13 30-7,0 0 0,0 0 0,0 0 1,0 1-1,0-1 0,1 1 0,-1 0 0,1 0 0,0 0 0,-1 1 1,1-1-1,0 1 0,0 0 0,0 0 0,0 0 0,0 1 0,0-1 0,0 1 1,6 0-1,-8 2 1,1-1 0,-1 0 0,0 1 1,0 0-1,0-1 0,0 1 0,0 0 1,0 0-1,0 0 0,0 0 0,-1 0 1,2 3-1,1 2-8,0 0-1,-1 0 1,0 1 0,0-1 0,-1 1 0,0-1 0,2 11 0,-1 6-16,0 24 0,-3-34 20,-3 23 0,0-8-10,-6 39-6,5-42 12,-2 26 1,6-22 11,-5 49 4,6-62 10,2-11-6,-3-6-13,1 1 0,-1-1 0,0 0 0,0 0 0,0 0 0,0 0 0,1 0 0,-1 0 0,0 0 0,0 0 1,0 0-1,0 0 0,1 0 0,-1 0 0,0 0 0,0 0 0,0 0 0,0 0 0,1 0 0,-1 0 0,0 0 0,0-1 0,0 1 0,0 0 0,1 0 0,-1 0 0,0 0 0,0 0 0,0 0 0,0 0 0,0-1 0,0 1 0,1 0 0,2-1-11,-3 1 10,0 0 0,1 0 1,-1-1-1,0 1 0,0 0 1,0 0-1,1 0 1,-1 0-1,0 0 0,0 0 1,0 0-1,1 0 1,-1 0-1,0 0 0,0-1 1,0 1-1,0 0 0,0 0 1,1 0-1,-1 0 1,0-1-1,0 1 0,0 0 1,0 0-1,0 0 0,0 0 1,0-1-1,0 1 1,1 0-1,-1-1 0,1-2 10,0 1 0,1-1 0,-1 0 0,4-5 0,6-10 2,-8 10-19,1 0 0,1 0 1,-1 1-1,9-11 0,-1 0-2,1-2 11,-2 0 1,0-1-1,-1-1 0,7-24 1,-15 40-3,13-37 20,-3 16-27,-11 24 11,1 0-1,0-1 1,0 1-1,0 0 1,0 1 0,0-1-1,4-3 1,4-6 15,-8 10-16,0 0 0,0 1 0,0-1 1,1 0-1,-1 1 0,1 0 0,-1-1 0,1 1 0,0 0 0,-1 0 0,1 1 0,0-1 1,0 0-1,5 1 0,1-2 13,-9 2-15,1 0 0,-1 0-1,1 1 1,0-1 0,-1 0 0,1 0 0,-1 1 0,1-1 0,-1 0 0,1 0 0,-1 1-1,1-1 1,-1 1 0,1-1 0,-1 0 0,0 1 0,1-1 0,-1 1 0,0-1 0,1 1-1,-1-1 1,0 1 0,1-1 0,-1 2 0,7 15-14,-6-15 9,2 7-5,-1-1-1,1 1 0,-2 0 0,1 0 1,-2 0-1,1 0 0,-2 16 0,-2 3-7,-7 32 0,-1 1-4,7-30 28,-1-2 25,1 38 0,4-68-30,0 1-1,0 0 1,0 0-1,0 0 1,0 0-1,0 0 0,0 0 1,0 0-1,0 0 1,1 0-1,-1 0 1,0 0-1,0-1 0,0 1 1,0 0-1,0 0 1,0 0-1,1 0 1,-1 0-1,0 0 0,0 0 1,0 0-1,0 0 1,0 0-1,1 0 1,-1 0-1,0 0 0,0 0 1,0 0-1,0 0 1,0 0-1,0 1 1,0-1-1,1 0 0,-1 0 1,0 0-1,0 0 1,0 0-1,0 0 1,0 0-1,0 0 0,0 0 1,0 0-1,1 1 1,-1-1-1,0 0 1,0 0-1,0 0 0,0 0 1,0 0-1,0 0 1,0 1-1,0-1 1,0 0-1,0 0 0,0 0 1,0 0-1,0 0 1,0 0-1,0 1 1,0-1-1,0 0 0,0 0 1,0 0-1,0 0 1,9-10 32,-8 8-31,15-18 1,25-35 2,-28 34-9,19-46-1,-22 43 2,23-37 1,-11 32-1,-20 26 5,1 0 0,-1 1 0,1 0 0,0 0 0,-1 0 1,1 0-1,0 0 0,4-2 0,-6 4-2,-1 0 0,1-1 1,-1 1-1,1 0 0,-1 0 1,1 0-1,-1 0 1,1 0-1,-1 0 0,1 0 1,-1 0-1,1 0 0,-1 0 1,1 0-1,-1 0 0,1 0 1,-1 0-1,1 0 0,-1 0 1,1 0-1,-1 1 0,1-1 1,-1 0-1,1 0 1,-1 1-1,1-1 0,-1 0 1,1 1-1,-1-1 0,0 0 1,1 1-1,-1-1 0,0 1 1,1-1-1,-1 1 0,0 0 1,1 1-7,0 1 0,0 0 0,0 0 1,0 0-1,-1 4 0,3 6 0,20 65-16,-22-75 17,0-1-1,0 1 1,0 0-1,-1 0 0,1 0 1,-1-1-1,0 1 1,0 0-1,0 0 0,0 0 1,0 0-1,-1-1 1,1 1-1,-1 0 0,0 0 1,0-1-1,0 1 1,0 0-1,-2 3 0,3-6-27,-1 0-1,1 1 0,0-1 1,0 0-1,0 0 0,0 0 1,0 1-1,0-1 0,-1 0 1,1 0-1,0 0 0,0 1 1,0-1-1,-1 0 1,1 0-1,0 0 0,0 0 1,0 0-1,-1 0 0,1 0 1,0 1-1,0-1 0,-1 0 1,1 0-1,0 0 0,0 0 1,-1 0-1,1 0 0,0 0 1,0 0-1,-1 0 0,1 0 1,0 0-1,0 0 0,0-1 1,-1 1-1,1 0 0,0 0 1,0 0-1,-1 0 0,1 0 1,0 0-1,0 0 1,0-1-1,-1 1 0,1 0 1,0 0-1,0-1 0,-9-12-2650,8 10 2171,-13-22-2840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8T16:27:06.896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44 1417 9274,'-3'12'197,"0"0"-1,1 1 1,1-1 0,0 0-1,1 1 1,0-1-1,1 0 1,3 14 0,-4-23-112,1 0 0,0-1 0,0 1 0,0-1 0,0 0 0,0 1 0,0-1 0,1 0 0,2 5-1,-3-7-70,-1 1-1,1-1 0,-1 1 0,1-1 0,-1 0 0,1 1 0,-1-1 0,1 0 0,-1 1 0,1-1 0,0 0 0,-1 1 0,1-1 0,0 0 0,-1 0 0,1 0 0,-1 0 0,1 0 0,0 0 0,-1 0 0,1 0 0,0 0 0,-1 0 0,1 0 0,0 0 0,-1 0 0,1 0 0,0 0 0,-1-1 0,1 1 0,-1 0 0,1-1 0,0 1 0,-1 0 0,1-1 0,-1 1 0,1-1 0,-1 1 0,1 0 0,-1-1 0,1 0 0,-1 1 0,0-1 0,1 1 0,-1-1 0,1 0 0,1-3-13,0 0 1,0 0-1,-1 0 0,1 0 0,-1 0 0,0-1 0,0 1 0,0 0 0,0-8 1,0-1-25,-2-25 0,0 30 10,-1 0 1,1 1 0,-2-1-1,1 1 1,-1-1 0,0 1-1,0 0 1,0 0 0,-1 0-1,-1 1 1,-6-9 0,11 14 32,-1 0 1,0 0 0,0 0 0,0 1-1,0-1 1,1 0 0,-1 1 0,0-1-1,0 1 1,0-1 0,0 1 0,-1-1-1,1 1 1,0 0 0,0 0 0,0-1-1,0 1 1,0 0 0,0 0 0,0 0-1,-1 0 1,1 0 0,0 0-1,0 1 1,0-1 0,0 0 0,0 0-1,0 1 1,0-1 0,0 1 0,0-1-1,0 1 1,0-1 0,0 1 0,0 0-1,0-1 1,0 1 0,1 0 0,-1 0-1,-1 1 1,1 0 26,-1 1-1,1 0 1,0 0 0,0 0-1,0 0 1,0 0 0,0 0-1,0 0 1,1 0 0,0 0-1,0 1 1,0-1-1,0 0 1,0 0 0,1 4-1,0-4-23,0 0 0,0-1 0,0 1-1,0-1 1,1 1 0,-1-1 0,1 0-1,0 1 1,0-1 0,-1 0 0,1 0-1,1 0 1,-1 0 0,0-1-1,0 1 1,1 0 0,2 0 0,-4-1-19,-1-1 0,0 0 0,1 0 0,-1 1 0,1-1 0,-1 0 0,1 0 0,-1 0 0,1 0 0,-1 0 0,1 0 0,-1 0 0,1 0 0,-1 0 0,1 0 0,-1 0 0,1 0 0,-1 0 0,0 0 0,1 0 0,-1 0 0,1 0 0,-1-1 1,1 1-1,-1 0 0,1 0 0,-1-1 0,0 1 0,1 0 0,-1-1 0,0 1 0,1 0 0,-1-1 0,0 1 0,1 0 0,-1-1 0,0 1 0,0-1 0,1 1 0,-1-1 0,2-6-61,-2 7 57,0 0-1,0 0 0,0 0 1,0 0-1,0 0 0,0 0 1,0 0-1,0 0 1,0 0-1,0 0 0,0 0 1,0 1-1,0-1 0,0 0 1,0 0-1,0 0 0,0 0 1,0 0-1,0 0 1,0 0-1,0 0 0,-1 0 1,1 0-1,0 0 0,0 0 1,0 0-1,0 0 1,0 0-1,0 0 0,0 0 1,0 0-1,0 1 0,0-1 1,0 0-1,0 0 1,0 0-1,0 0 0,0 0 1,0 0-1,-1 0 0,1 0 1,0 0-1,0 0 1,0 0-1,0 0 0,0 0 1,0 0-1,0 0 0,0 0 1,0 0-1,0 0 0,0 0 1,0 0-1,0-1 1,0 1-1,-1 0 0,1 0 1,0 0-1,0 0 0,0 0 1,0 0-1,0 0 1,0 0-1,0 0 0,0 0 1,0 0-1,0 0 0,-1 0-1,1 0 1,0 1-1,0-1 1,-1 0 0,1 0-1,0 0 1,-1 0-1,1 0 1,0 0-1,-1 0 1,1 1 0,0-1-1,-1 0 1,1 0-1,0 0 1,-1 0 0,1-1-1,0 1 1,-1 0-1,1 0 1,0 0 0,-1 0-1,1 0 1,-1 0 1,0-1 1,1 1-1,-1 0 1,0 0-1,1 0 1,-1 0-1,0 0 1,1 0-1,-1 0 1,0 0-1,1 0 1,-1 0-1,0 1 1,0-1-1,0 1 6,0-1 0,0 1 0,0 0 0,-1-1 1,1 1-1,0-1 0,0 0 0,0 1 0,0-1 0,-1 0 0,-1 0 0,2 1 2,-1-1-1,1 1 0,0-1 0,0 1 0,0 0 1,0-1-1,0 1 0,0 0 0,0 0 1,0 0-1,0-1 0,0 1 0,0 0 0,-1 2 1,3-3 2,-1-1-1,0 1 1,0 0 0,1 0 0,-1-1 0,0 1 0,0 0-1,1 0 1,-1 0 0,0-1 0,1 1 0,-1 0 0,0 0-1,0 0 1,1 0 0,-1 0 0,0 0 0,1 0 0,-1 0-1,0 0 1,1 0 0,-1 0 0,1 0 0,-1 0 0,0 0-1,1 0 1,-1 0 0,0 0 0,0 0 0,1 0 0,-1 0-1,0 0 1,1 1 0,-1-1 0,0 0 0,1 0 0,-1 0-1,0 1 1,0-1 0,1 0 0,-1 0 0,0 1 0,0-1-1,0 0 1,1 1 0,-1-1 0,0 0 0,0 0 0,0 1-1,0-1 1,0 0 0,0 1 0,0-1 0,1 0 0,-1 1-1,0-1 1,0 0 0,0 1 0,0-1 0,-1 1-1,2 2-10,0-6-4,-1 2 0,0-5-8,0 4 5,0 4 8,-1-4 18,0 3-1,0-6-9,2 4 2,0 4 15,2 6 34,-1-6-34,0-6 98,2-1-82,0 1 1,-1-2 0,1 1-1,-1 0 1,0-1 0,3-5-1,-2 0-34,0 1 1,-1-1-1,3-16 0,3-7 3,-2 9-2,-1 0 1,5-42-1,-8 38-12,7-101 17,-9 80 22,-3-63-39,0 62 31,1 0 0,12-93 0,4 66 53,-6 35-38,11-30 88,-4 19 22,-14 49 524,-2 10-537,-1-2-128,1 1-1,-1-1 1,2 8-1,-1 9 9,-3 10 0,2 0-1,1-1 0,5 34 1,0-11-31,-4-37 18,0 0 0,1-1 1,8 29-1,20 68 28,1 4-48,-30-115 15,45 152 26,-35-110-22,8 69 0,14 95 12,-5-45-30,-26-151 16,1 0 0,0 0-1,1 0 1,1 0 0,-1-1 0,1 1-1,1-1 1,0-1 0,9 12 0,-14-19-3,0 0 1,0 0-1,0 0 1,0 0 0,-1 0-1,1 0 1,0 4-1,-1-5 1,0 0 0,1 0 0,-1 0 0,0 0 0,0 1 1,0-1-1,0 0 0,-1 0 0,1 0 0,0 0 0,0 1 0,-1-1 0,1 0 0,-1 0 0,0 2 0,1-3-1,0 0 1,0 0 0,-1 1-1,1-1 1,0 0-1,0 1 1,0-1-1,0 0 1,0 0-1,0 1 1,0-1-1,0 0 1,0 1-1,0-1 1,0 0-1,0 0 1,0 1-1,0-1 1,0 0-1,0 1 1,0-1-1,0 0 1,0 0-1,1 1 1,-1-1 0,0 0 0,0 0 0,0 0 0,0 1-1,0-1 1,0 0 0,0 0 0,0 0 0,0 0 0,0 0 0,0 1 0,0-1-1,0 0 1,0 0 0,0 0 0,0 0 0,0 1 0,0-1 0,0 0 0,0 0-1,0 0 1,0 0 0,0 0 0,0 1 0,0-1 0,0 0 0,0 0 0,0 0-1,0 0 1,0 0 0,-1 1 0,1-1 0,0 0 0,0 0 0,0 0 0,0 0-1,0 0 1,0 0 0,-1 0 0,1 0 0,0 0 0,0 0 0,0 0 0,0 1-1,0-1 1,-1 0 0,1 0 0,0 0 0,0 0 0,0 0 0,0 0 0,0 0-1,-1 0 1,1 0 0,-5 1-87,4-1 38,-2-3 84,4 3-25,0-1 0,1 1 0,-1 0 0,0-1 0,0 1 0,1 0 0,-1 0 0,0 0 0,0 0 0,1 0 1,-1 0-1,1 0 0,-1 0-2,-1 0 0,0 1 1,0-1-1,1 0 1,-1 0-1,0 0 0,1 0 1,-1 0-1,0 0 0,1 0 1,-1 1-1,1-1 1,-1 0-1,0 0 0,1 0 1,-1 0-1,0-1 1,1 1-1,-1 0 0,0 0 1,1 0-1,-1 0 1,0 0-1,1 0 0,-1 0 1,0-1-1,1 1 0,-1 0 1,1-1 0,-1 0 0,0 1 0,1-1 0,-1 1 0,0-1 0,1 1 0,-1-1 0,0 0 0,0 1 0,0-1-1,0 0 1,0-1 0,-1-24 80,0 23-77,-1-16 9,1 0 0,3-37-1,0 35-8,0 7 25,-1-1-1,-1-23 1,-4 0 33,2 0-1,4-62 1,13-14-51,-7 62-19,2-8 2,-7 40-3,-1-1 0,-1 1 0,-1-25 0,0-13 16,0 40-6,-2-25 0,-1-5 0,-1-192 1,1 201-20,2 26 14,0-1-1,2-17 0,0 6-13,0 16 21,0-1 1,2-12-1,-2 21 7,-1-1 0,0 1 0,0-1 0,0 1 0,0 0 0,0-1 0,0 1 0,0-1 0,0 1-1,-1 0 1,0-3 0,4 3 14,-3 1-32,0 0 0,1 0 1,-1 0-1,0 0 0,0 0 1,0-1-1,0 1 0,0 0 1,0 0-1,0 0 0,0 0 1,1 0-1,-1 0 0,0 0 0,0 0 1,0 0-1,0 0 0,0 0 1,0 0-1,1 0 0,-1 0 1,0 0-1,0 0 0,0 0 1,0 0-1,0 0 0,1 0 1,-1 0-1,0 0 0,0 0 0,0 0 1,0 0-1,0 0 0,0 0 1,0 0-1,1 0 0,-1 0 1,0 0-1,0 0 0,0 1 1,0-1-1,0 0 0,0 0 1,0 0-1,0 0 0,0 0 1,0 0-1,0 0 0,0 0 1,0 0-1,0 1 0,0-1 0,0 0 1,0 0-1,0 0 0,0 0 1,0 0-1,1 0 0,-1 0 1,0 0-1,0 0 0,0 0 1,0 0-1,0 0 0,0 0 1,0 0-1,0 0 0,0 0 1,0 1-1,0-1 0,0 0 1,0 0-1,0 0 0,0 0 1,0 0-1,0 0 0,0 0 1,1 0-1,-1 0 0,0 0 1,0 0-1,0 0 0,0 0 1,0 0-1,0 0 0,0 0 1,0 0-1,0 0 0,0 0 1,0 0-1,0 0 0,0 0 1,0 0-1,1 0 0,-1 0 1,0 0-1,0 0 0,0-1 1,0 1-1,0 0 0,0 0 1,0 0-1,0 0 0,0 0 1,0 0-1,0 0 0,0 0 1,3-1 2,-7 18 82,4-14-80,0-1 1,1 1-1,-1-1 1,1 1-1,-1-1 0,1 0 1,0 1-1,0-1 1,0 0-1,0 1 1,0-1-1,0 0 1,1 0-1,1 3 0,-2-4-3,0 1 1,0 1 0,0-1 0,0 1 1,0-1-1,-1 1 0,1 0 0,-1-1 1,1 1-1,-1 0 0,0-1 0,0 1 1,0 0-1,-1 0 0,1 2 0,-1-1 0,1 0 0,-1 0 0,1-1 0,0 1 0,1 0 0,-1 0 0,2 7 0,6 7 11,-1 0 0,2 0 1,20 30-1,43 44-2,-31-42-17,56 84-1,-40-53 17,-31-46-2,22 42-1,31 91-60,-25-48 87,-5-3 2,-47-106-45,0-4-7,-2-7 15,0 0 0,0 0 0,0 0 0,0 0 0,0 0 0,0 0 0,0 0 0,0 0 0,0 0 0,0-1 0,0 1 0,0 0 0,0 0 0,0 0-1,0 0 1,0 0 0,0 0 0,0 0 0,0 0 0,0 0 0,0 0 0,0 0 0,0 0 0,0 0 0,1 0 0,-1 0 0,0 0 0,0 0 0,0 0 0,0 0-1,0 0 1,0 0 0,0 0 0,0 1 0,0-1 0,0 0 0,0 0 0,0 0 0,0 0 0,0 0 0,0 0 0,0 0 0,0 0 0,0 0 0,0 0 0,0 0-1,0 0 1,0 0 0,0 0 0,0 0 0,0 0 0,0 0 0,0 0 0,0 0 0,0 0 0,0 0 0,0 0 0,0 0 0,0 0 0,0 1 0,0-1-1,0 0 0,0 0 0,0 0 0,1 0 0,-1 0 0,0 0 0,0 0 0,0 0 0,0 0 0,0 0 0,0 0 0,0 0 0,0 0 0,0 0 0,0 0 0,0 0 0,0 0 0,0 0 0,0 0 0,0 0 0,0 0 0,0 0 0,0 0 0,1 0 0,-1 0 0,0 0 0,0 0 0,0 0 0,0 0 0,0 0 0,0 0 0,0 0 0,0 0 0,0 0 0,0 0 0,0 0 0,0 0 0,0 0 0,0 0 0,0-1 0,0 1 0,0 0 0,0 0 0,0 0 0,0 0 0,0 0 0,0 0 0,0 0 0,0 0 0,0 0 0,0 0 0,0 0 0,0 0 0,0 0 0,0 0 0,0 0 0,0 0 0,0-1 0,1 2 32,-2 1-47,-6-3-14,-5-1-12,4 4 78,6-3-34,0 1 1,0 0 0,0 0 0,-1-1 0,1 1 0,0 1-1,0-1 1,0 0 0,0 0 0,0 1 0,0-1 0,-4 2-1,0 1 16,0 0-1,-9 7 0,-2 1-3,-14 8 47,-30 24-1,41-28-43,6-3 15,-1 0 0,-21 25 0,-22 34 69,35-41-64,-42 56 57,27-35 15,-46 49 0,54-70-71,-35 50 0,64-79-36,0 0-1,0 0 1,0 0-1,0 0 0,0 0 1,0 0-1,0-1 1,-1 1-1,1 0 0,0 0 1,-1-1-1,-1 1 1,2 0 0,-1-1 1,1 1 0,0 0-1,-1-1 1,1 1 0,0 0 0,0 0-1,-1-1 1,1 1 0,0 0-1,-1 2 1,-1 0 19,3-4-4,0 1-17,0 0 0,0 0 0,0 0 0,0 0 0,1 0 0,-1 0 0,0 0 0,0 0 0,0 0 0,0-1 0,1 1 0,-1 0 0,0 0 0,0 0 0,0 0 0,0 0 0,1 0 0,-1 1 0,0-1 0,0 0 0,0 0-1,0 0 1,0 0 0,1 0 0,-1 0 0,0 0 0,0 0 0,0 0 0,0 0 0,0 0 0,1 1 0,-1-1 0,0 0 0,0 0 0,0 0 0,0 0 0,0 0 0,0 1 0,0-1 0,0 0 0,0 0 0,1 0 0,-1 0 0,0 0 0,0 1 0,0-1 0,0 0 0,0 0 0,0 0 0,0 1-1,0-1 1,0 0 0,0-1-1,0 1 1,0 0-1,0 0 1,0 0 0,0 0-1,0 0 1,-1 0 0,1 0-1,0 0 1,0 0-1,0 0 1,0 0 0,0 0-1,0 0 1,0 0-1,0 0 1,0 0 0,0 0-1,0 0 1,0 0-1,0 0 1,0 0 0,0 0-1,0 0 1,0 0-1,0 0 1,0 0 0,-1 0-1,1 0 1,0 0-1,0 0 1,0 0 0,0 0-1,0 0 1,0 0-1,0 0 1,0 0 0,0 0-1,0 0 1,0 0-1,0 0 1,0 0 0,0 0-1,0 0 1,0 0-1,0 0 1,0 0 0,-1 0-1,1 0 1,0 0-1,0 0 1,0 0 0,0 0-1,0 0 1,0 0-1,0 1 1,0-1 0,0 0-1,0 0 1,0 0 0,0 0-1,0 0 1,0 0-1,0 0 1,0 0 0,0 0-1,0 0 1,-7-3 40,3-1 11,9 5 23,12 6 407,-4-11-202,-12 3-279,0 1 1,0-1-1,0 1 1,0-1 0,-1 1-1,1-1 1,0 1-1,0-1 1,0 1-1,0 0 1,0 0-1,1 0 1,-1 0 0,0 0-1,0 0 1,0 0-1,0 0 1,0 0-1,0 0 1,0 0 0,0 0-1,1 1 1,-1 0 2,1-1 0,-1 0 0,0 0 0,0 0 0,0 1 1,0-1-1,1 0 0,-1-1 0,0 1 0,0 0 0,2-1 1,-1 1-2,-1 0 0,0 0 0,1-1 0,-1 1 1,0 0-1,1 0 0,-1 0 0,0 0 1,1 1-1,2 0 0,58 10 50,57 16-50,-87-19-16,-14-3 17,20 7 0,6 2 13,-28-10-10,15 7-1,203 80 37,-211-83-42,-1 1 0,0 1-1,-1 1 1,-1 1 0,1 1 0,-2 0-1,0 2 1,24 22 0,-28-25 9,-18-12-5,9 0-52,-8 0-16,-4 0 66,5-1-5,6-2-19,-4 4-13,2 0 8,-6 1 22,1-6 7,0 1 0,1-1 1,-1 0-1,-1-6 0,-14-21 20,-9-18-17,16 28-13,-9-29 0,16 40 9,1 1 0,0-1-1,0 1 1,1-1-1,1 0 1,0-10 0,12-115 28,-1 35 2,1-2-13,-7 71-14,2 0 0,1 1 0,15-38 0,-22 66-4,14-35-1,38-70 0,46-66 56,-90 156-54,1 0 0,15-19 1,1-2 9,-21 33 11,-4 5-17,-1-1 0,0 1-1,0 0 1,1 0 0,-1 0 0,0-1-1,1 1 1,-1 0 0,0 0-1,0-1 1,1 1 0,-1 0 0,0-1-1,0 1 1,0 0 0,1 0-1,-1-1 1,0 1 0,0-1-1,0 5 3,2-10-30,-2 6 22,0 0 1,0-1-1,0 1 0,0 0 1,0 0-1,0 0 1,0 0-1,0 0 1,0 0-1,0 0 0,0 0 1,0 0-1,0 0 1,0 0-1,0 0 0,0 0 1,0 0-1,0-1 1,0 1-1,0 0 1,0 0-1,0 0 0,0 0 1,0 0-1,0 0 1,-1 0-1,1 0 0,0 0 1,0 0-1,0 0 1,0 0-1,0 0 1,0 0-1,0 0 0,0 0 1,0 0-1,0 0 1,0 0-1,0 0 0,0 0 1,0 0-1,0 0 1,-1 0-1,1 0 0,0 0 1,0 0-1,0 0 1,0 0-1,0 0 1,0 0-1,0 0 0,0 0 1,0 0-1,0 0 0,-1 0 1,1 0-1,0 0 0,0 0 1,0 0-1,0 0 0,0 0 0,-1 0 1,1 0-1,0 0 0,0 0 0,0 0 1,0 0-1,-1 0 0,1-1 0,0 1 1,0 0-1,0 0 0,0 0 1,0 0-1,0 0 0,-1 0 0,1 0 1,0 0-1,0-1 0,0 1 0,0 0 1,0 0-1,0 0 0,0 0 0,0 0 1,0-1-1,0 1 0,0 0 1,0 0-1,0 0 0,0 0 0,0 0 1,0 0-1,0 0 0,0 0 1,0 0-1,0 0 0,0 0 1,0 0-1,0 0 0,0 0 1,0 0-1,0 0 0,0 0 1,0 0-1,0 0 0,0 0 0,0 0 1,0 0-1,0 0 0,0 0 1,0 0-1,0 0 0,0 0 1,0 0-1,0 0 0,0 0 1,0 0-1,0 0 0,0 0 1,0 0-1,0 0 0,0 0 0,0 0 1,2 5-2,-2-4-1,0-1 0,0 0 1,0 1-1,1-1 0,-1 1 0,0-1 1,0 0-1,0 1 0,0-1 0,0 0 1,0 1-1,0-1 0,0 1 0,0-1 1,0 0-1,0 1 0,0-1 0,-1 0 1,1 1-1,0-1 0,0 1 0,0-1 0,0 0 1,-1 1-1,1-1 0,-1 1 0,0 0-12,-3-4-28,-1 2 26,4 1 16,1 0 0,0 0 0,0 0 0,-1-1 0,1 1 0,0 0 0,0 0 1,-1 0-1,1 0 0,0 0 0,0 0 0,-1 0 0,1-1 0,0 1 0,0 0 0,-1 0 0,1 0 0,0-1 0,0 1 0,0 0 0,0 0 1,-1 0-1,1-1 0,0 1 0,-6-5 12,6 5-11,-1 0 0,1 0 0,0 0 0,-1 0 0,1 0 0,0-1 0,-1 1 0,1 0 0,0 0 0,-1-1 0,1 1 0,0 0 0,-1 0 0,1-1 0,0 1 0,0 0 0,0-1 0,-1 1 0,1 0 0,0-1 0,-15-17-6,3 5-13,-39-50-23,28 36 60,-30-44-1,13 10 16,-15-28 6,-12-36 38,-42-72 69,56 112-89,-45-95-1,21 19 32,71 150-7,5 9 508,5 4-16,-1 0-446,1 0-40,-3-2-82,0 1 0,1-1 1,-1 1-1,0-1 0,0 1 0,0-1 1,0 1-1,0 0 0,-1 0 1,1-1-1,0 1 0,0 0 1,1 2-1,25 12 67,6 15-49,42 50 0,-9-9-17,-21-20 11,-29-31-20,25 23 1,4 2-23,22 19 4,-10-21 40,79 47 0,1-1-23,53 31 22,-95-63-43,-79-45 32,-15-11-21,0 0-1,0 0 0,1 0 0,-1 0 0,0 0 0,1 0 0,-1 0 0,1 0 0,1 0 0,-3-1 15,0 0-1,0 0 1,0 0-1,0 0 1,0 0 0,0 0-1,0 0 1,0 0 0,0 0-1,0 0 1,0 0-1,1 0 1,-1 0 0,0 0-1,0 0 1,0-1 0,0 1-1,0 0 1,0 0 0,0 0-1,0 0 1,0 0-1,0 0 1,0 0 0,0 0-1,0 0 1,0 0 0,0 0-1,0 0 1,0 0 0,0 0-1,0 0 1,0 0-1,0 0 1,0 0 0,0-1-1,0 1 1,0 0 0,0 0-1,0 0 1,0 0 0,4 1-11,-3-1-4,-3-2-6,-2 1 6,4 4 22,0 0-49,0-3 40,-1 0 0,0 0 0,1 0 0,-1 0 0,0 0 0,1 0 0,-1 0 1,1 0-1,-1 0 0,0 0 0,1 1 0,-1-1 0,1 0 0,-1 0 0,0 1 0,1-1 0,-1 0 0,1 1 0,-1-1 1,1 0-1,-1 1 0,1-1 0,-1 1 0,1-1 0,0 1 0,-1-1 0,0 2 0,-7 19-6,0-2-3,-14 17 14,2 0 0,2 2 0,1 0 0,-18 58 0,-8 74 2,-2 7 32,-53 303-60,76-340 43,19-122-81,4-21 105,0 1-46,-1-1 1,1 1-1,0 0 0,0 0 1,0 0-1,0-1 0,0 1 0,0 0 1,0 0-1,3-2 0,-4 4 1,1-1 0,0 0-1,0 0 1,-1 0 0,1 0 0,0 1-1,-1-1 1,1 0 0,-1 0-1,1 0 1,-1 0 0,1 0 0,-1 0-1,0 0 1,1 0 0,-1-1 0,0 1-1,0 0 1,0 0 0,0-2 0,0 1 0,0 0 0,0 1 0,1-1 0,-1 0 0,0 1 0,1-1 0,-1 1 0,1-1 0,0 0 0,1-1 0,1-1 14,-2 2-12,1 0-1,0 0 1,-1 0 0,1 0-1,0 0 1,0 1 0,0-1-1,0 1 1,4-3 0,-6 4-1,1 0 1,-1-1 0,1 1-1,-1-1 1,1 1 0,-1-1-1,1 1 1,-1-1 0,0 1-1,1-1 1,-1 1 0,0-1-1,1 1 1,-1-1 0,0 0-1,1 0 1,-1 0-1,0 1 0,0-1-1,0 0 1,1 1 0,-1-1 0,0 1-1,0-1 1,1 1 0,-1-1 0,1 1-1,-1-1 1,0 1 0,1-1 0,-1 1 0,1-1-1,-1 1 1,1 0 0,-1-1 0,1 1-1,-1 0 1,2-1 0,-2 1-2,1 0 1,-1-1-1,1 1 1,-1 0-1,1 0 1,-1 0 0,1-1-1,-1 1 1,1 0-1,-1 0 1,1 0-1,-1 0 1,1 0-1,0 0 1,-1 0-1,1 0 1,-1 0-1,1 1 1,-1-1-1,1 0 1,-1 0-1,1 0 1,-1 1-1,1-1 1,-1 0 0,1 0-1,0 1 1,3 2 4,-3-3-6,0 0 1,0 0 0,-1 0 0,1 0 0,0 0-1,0 0 1,0 0 0,0-1 0,0 1 0,0 0-1,0-1 1,0 1 0,0 0 0,-1-1 0,1 1 0,0-1-1,1-1 1,7-2 28,-3 1-19,-4 2-4,0 0 0,1 1 0,-1-1 0,0 0-1,0 1 1,1-1 0,-1 1 0,0 0 0,6 0 0,-4 0-5,0 0 1,0-1 0,0 1-1,5-2 1,-5 1 1,-1 1-1,1-1 1,-1 1 0,1 0-1,0-1 1,-1 2 0,6-1 0,24 6 19,52 0 1,-71-6-18,-1-1-1,24-4 1,-20 2-2,27-1-1,98 8-9,-107-2 9,14 1 25,85 18-1,-115-17-17,0 0 0,0 1 0,20 9 0,30 17-11,8 6 15,-73-35-15,0-1 0,0 1 0,0 0 0,-1 0 0,1 0 1,0 0-1,-1 1 0,0-1 0,1 1 0,-1 0 0,4 5 0,-5-5-84,-2-4 14,0 1 74,0 0-1,0 0 0,0 0 1,0 0-1,0 0 0,0 0 1,0 0-1,0 0 1,0-1-1,1 1 0,-1 0 1,0 0-1,0 0 0,0 0 1,0 0-1,0 0 1,0 0-1,0 0 0,0 0 1,0 0-1,0 0 0,0 0 1,0 0-1,0 0 0,0 0 1,0-1-1,0 1 1,0 0-1,0 0 0,0 0 1,0 0-1,1 0 0,-1 0 1,0 0-1,0 0 1,0 0-1,0 0 0,0 0 1,0 0-1,0 0 0,0 0 1,0 0-1,0 0 1,0 0-1,0 0 0,0 0 1,1 0-1,-1 0 0,0 0 1,0 0-1,0 0 0,0 0 1,0 1-1,-2-3-11,-1 1 0,1-1 0,0 0 0,0 1 0,0-1-1,0 0 1,0 0 0,-2-4 0,-14-24 15,12 21-10,-11-17 0,-23-32-27,18 23 45,5 7-3,1-1-1,-16-39 0,1 0-62,23 52 51,-16-33 12,-2 1 1,-36-48-1,-47-45 27,56 74-28,-73-110 48,123 171-11,5 7 66,-2-1-109,0 0-1,0 0 0,0 0 1,0 0-1,0 0 1,0 0-1,0 0 1,0 0-1,0 0 0,0 0 1,0 0-1,0 0 1,0 0-1,0 1 0,0-1 1,0 0-1,0 0 1,0 0-1,0 0 1,0 0-1,0 0 0,0 0 1,0 0-1,0 0 1,0 0-1,0 0 0,0 0 1,0 0-1,0 0 1,0 0-1,0 0 1,0 1-1,0-1 0,0 0 1,0 0-1,0 0 1,0 0-1,0 0 1,0 0-1,0 0 0,0 0 1,0 0-1,0 0 1,0 0-1,0 0 0,0 0 1,-2 0 3,3 0-2,-1 0-2,0 0 1,0 0 0,1 0-1,-1 0 1,0 0 0,0 0-1,0 0 1,0 0 0,0 0-1,1 0 1,-1 0 0,0 0 0,0 0-1,0 0 1,0 0 0,0 0-1,0 0 1,1 0 0,-1 1-1,0-1 1,0 0 0,0 0-1,0 0 1,0 0 0,0 0 0,0 0-1,0 0 1,1 0 0,-1 1-1,0-1 1,0 0 0,0 0-1,0 0 1,0 0 0,0 0-1,0 1 1,0-1 0,0 0 0,0 0-1,0 0 1,0 0 0,0 0 0,0 1 0,0-1-1,-1 0 1,1 0 0,0 0 0,0 0 0,0 0 0,0 0-1,0 0 1,-1 0 0,1 0 0,0 0 0,0 0 0,0 0-1,0 0 1,0 0 0,-1 0 0,1 0 0,0 0 0,0 0-1,0 0 1,0 0 0,0 0 0,0 0 0,-1 0 0,1 0 0,0 0-1,0-1 1,0 1 0,0 0 0,0 0 0,0 0 0,-1 0-1,1 0 1,0 0 0,0 0 0,0 0 0,0-1 0,0 1-1,0 0 1,0 0 0,0 0 0,1 0 3,0 0 0,0 1-1,0-1 1,0 0 0,0 0 0,0 1 0,1-1 0,-1 0 0,0 0-1,0 0 1,0 0 0,0-1 0,0 1 0,0 0 0,1 0 0,-1-1-1,1 0 1,5 0-6,2-3-19,-9 4 22,0 0 0,1 0 0,-1-1 0,0 1 0,0 0 0,1 0 0,-1 0 0,0 0 0,1-1 0,-1 1 0,0 0 0,1 0 0,-1 0 0,0 0 0,1 0 0,-1 0 0,0 0 0,1 0 0,-1 0 0,0 0 0,1 0 0,-1 0 0,0 0 0,1 0 0,-1 1 0,1-1 0,21 1 31,0 0-20,-5 2-16,-3-1 10,25 9-1,55 24 43,-34-16-59,-40-13 17,26 10 0,7 6 22,15 8-5,133 56-5,33 18-8,-202-86-9,-1 1-1,-1 2 1,46 40 0,-68-54-8,-4-4 0,-1-1 0,0 2 0,6 6 0,-3-3-51,-4-7-20,-3-4-23,-5-4 37,6 8 63,-1 0 1,1-1-1,-1 1 0,1 0 1,0-1-1,-1 1 1,1-1-1,0 1 0,-1 0 1,1-1-1,0 1 1,0-1-1,-1 1 1,1-1-1,0 1 0,0-1 1,0 1-1,0-1 1,0 1-1,0-1 1,-1-2 1,0 0-1,-1 0 1,1 0 0,0 0 0,-1 0 0,-1-2 0,-2-3-5,-14-40 5,13 31-31,-10-19-1,-87-156 14,85 159 14,-2 0-1,-2 2 1,0 0 0,-2 1-1,-30-28 1,15 15 6,1-2 1,-31-50-1,60 82-4,-11-14 0,-38-39 1,-30-18 17,30 30 2,-18-16 10,74 68-19,-5-5 79,7 7-88,0 0 0,0 0 0,0 0 0,0-1 0,0 1 0,0 0 0,0 0 0,0 0 0,0 0 0,0 0 0,-1 0 0,1 0 0,0 0 0,0 0 0,0 0 0,0 0 0,0 0 0,0 0 0,0 0 0,0-1 0,0 1 0,0 0 0,0 0 0,0 0 0,0 0 0,0 0 0,-1 0 0,1 0 0,0 0 0,0 0 0,0 0 0,0 0 0,0 0 0,0 0 0,0 0 0,0 0 0,0 0 0,0 0 0,0 0 0,-1 0 0,1 0 0,0 0 0,0 0 0,0 0 0,0 0 0,0 0 0,0 1 0,0-1 0,0 0 0,0 0 0,0 0 0,0 0 0,0 0 0,0 0 0,0 0 0,-1 0 0,1 0 0,0 0 0,0 0 0,0 0 0,0 0 0,0 1 0,-2-1 22,4-4-4,0 4-20,-4 0 22,0 0-15,4-3-2,-2 3-4,0-1 1,0 1 0,0 0 0,0 0 0,0 0 0,0 0 0,0 0 0,0 0-1,0 0 1,0 0 0,0 0 0,0 0 0,0 0 0,-1 0 0,1 0 0,0 0 0,0 0-1,0 0 1,0 0 0,0 0 0,0 0 0,0 0 0,0 0 0,0 0 0,0 0-1,0 0 1,0 0 0,0 0 0,0 0 0,0 0 0,-1 0 0,1 0 0,0 0-1,0 0 1,0 0 0,0 0 0,0 0 0,0 0 0,0 0 0,0 0 0,0 1-1,0-1 1,0 0 0,0 0 0,0 0 0,0 0 0,0 0 0,0 0 0,0 0 0,0 0-1,0 0 1,0 0 0,0 0 0,-1 1 3,2-2-21,1-3-10,-9-4 45,7 8-20,0 0 2,0 0 0,0 0 0,0 1 0,1-1-1,-1 0 1,0 0 0,0 0 0,0 0 0,0 0 0,0 0 0,0 0-1,1 0 1,-1 0 0,0 0 0,0 0 0,0 0 0,0 0 0,0 0-1,1 0 1,-1 0 0,0 0 0,0 0 0,0 0 0,0 0 0,0 0-1,1 0 1,-1 0 0,0 0 0,0 0 0,0 0 0,0 0 0,0 0-1,0-1 1,1 1 0,-1 0 0,0 0 0,0 0 0,0 0 0,0 0-1,0 0 1,0 0 0,0-1 0,0 1 0,0 0 0,0 0 0,0 0-1,1 0 1,-1 0 0,0 0 0,0-1 0,0 1 0,0 0-1,0 0 1,0 0 0,0 0 0,0 0 0,0-1 0,0 1 0,0 0-1,0 0 1,-1 0 0,-3-5 9,2 3 2,4 5-9,-1-3-2,-1 0 1,0 0 0,0-1 0,0 1 0,0 0-1,0 0 1,0 0 0,0 0 0,1 0 0,-1 0-1,0 0 1,0 0 0,0 0 0,0 0 0,0 0-1,0 0 1,1 1 0,-1-1 0,0 0 0,0 0-1,0 0 1,0 0 0,0 0 0,0 0 0,0 0-1,0 0 1,1 0 0,-1 0 0,0 0 0,0 0-1,0 1 1,0-1 0,0 0 0,0 0 0,0 0-1,0 0 1,0 0 0,0 0 0,0 0 0,0 1-1,0-1 1,0 0 0,0 0 0,0 0 0,0 0-1,0 0 1,0 0 0,0 0 0,0 1 0,0-1-1,0 0 1,0 0 0,0 0 0,0 0 0,-2-2-12,2 0 6,2 5 7,-4-4 85,6 1-74,20-3 63,-19 0-55,-5 3-21,0 0-1,0 0 1,0 0-1,0 0 0,0 0 1,0 0-1,1 0 1,-1 0-1,0 0 0,0-1 1,0 1-1,0 0 1,0 0-1,0 0 0,0 0 1,0 0-1,0 0 1,0 0-1,0 0 0,0 0 1,0 0-1,1 0 0,-1 0 1,0 0-1,0 0 1,0 0-1,0 0 0,0 0 1,0 0-1,0 0 1,0 0-1,0 0 0,1 0 1,-1 0-1,0 0 1,0 0-1,0 0 0,0 0 1,0 0-1,0 0 1,0 0-1,0 0 0,0 0 1,0 0-1,0 0 1,1 0-1,-1 0 0,0 0 1,0 0-1,0 0 1,0 1-1,0-1 0,0 0 1,0 0-1,0 0 1,0 0-1,0 0 0,0 0 1,0 0-1,0 0 1,0 0-1,0 0 0,0 1 1,0-1-1,0 0 1,0 0-1,0 0 0,-1 0 26,6 1 5,0 0-22,1-1 0,-1 1 0,0-1 0,8 0-1,25 2 31,-18 1-11,0 2 0,32 12 0,-29-9-18,42 9 0,28-4-13,34 6 16,0 11-16,172 66 0,-287-92 5,-3 0 1,-1-1 0,1 0 1,0 0-1,0-1 1,1 0-1,-1-1 1,14 1-1,7-6-46,-30 4 42,0 0-1,0 0 1,0 0-1,0 0 1,0 0-1,1 0 1,-1 0-1,0 0 1,0 0 0,0 0-1,0 0 1,0 0-1,0 0 1,0 0-1,0-1 1,1 1 0,-1 0-1,0 0 1,0 0-1,0 0 1,0 0-1,0 0 1,0 0-1,0 0 1,0 0 0,0 0-1,0-1 1,0 1-1,0 0 1,0 0-1,1 0 1,-1 0 0,0 0-1,0 0 1,0 0-1,0-1 1,0 1-1,0 0 1,0 0-1,0 0 1,0 0 0,0 0-1,0 0 1,-1-1-1,1 1 1,0 0-1,0 0 3,0 0-1,0 0 1,0 0-1,0 0 0,0 0 1,0 0-1,0 0 0,0 0 1,0 0-1,0 0 1,0 0-1,0 0 0,0 0 1,0 0-1,0 0 0,0 0 1,0 0-1,0 0 1,0 0-1,-1 0 0,1 0 1,0 0-1,0 0 0,0 0 1,0 0-1,0 0 1,0 0-1,0 0 0,0 0 1,0 0-1,0 0 0,0 0 1,0 0-1,0 0 1,0 0-1,0 0 0,0 0 1,0 0-1,0 0 0,0 0 1,0 0-1,0 0 1,0 0 1,0 0 0,0 0 0,0 1 1,0-1-1,0 0 0,0 0 0,0 0 0,0 0 1,0 0-1,0 1 0,0-1 0,0 0 0,0 0 1,0 0-1,0 0 0,0 0 0,0 0 1,0 0-1,0 1 0,0-1 0,1 0 0,-1 0 1,0 0-1,0 0 0,0 0 0,0 0 1,0 0-1,0 0 0,0 0 0,1 0 0,-1 0 1,0 0-1,0 1 0,0-1 0,0 0 1,0 0-1,1 0 0,-1 0 0,0 0 0,0 0 1,0 0-1,0 0 0,0 0 0,1-1 0,-1 1 1,-1 2-2,1 0 1,0-1 0,-1 1-1,1-1 1,0 1 0,0 0-1,0-1 1,0 1 0,1 0-1,-1 1 1,1 25-32,-5-11 18,-6 20 1,-3 15-5,8-22 21,2-1 0,1 1 0,2 0 0,0-1 0,2 1 0,9 46 0,-5-45 13,28 190-22,-29-166-3,1 37 22,-6-2-5,2-11-7,1-19-8,-4-56 7,0-5 7,1 1-8,0 0 0,0 0-1,0 0 1,0 0 0,0 0 0,0 0 0,0 0 0,0 0 0,1 0 0,-1 0 0,0 0 0,0 0 0,0 0 0,0 0-1,0 0 1,0 0 0,0 0 0,0 0 0,0 0 0,0 0 0,0 0 0,0 0 0,0 0 0,1 0 0,-1 0-1,0 0 1,0 0 0,0 0 0,0 0 0,0 0 0,0 0 0,0-1 0,0 1 0,0 0 0,0 0 0,0 0-1,0 0 1,0 0 0,0 0 0,0 0 0,0 0 0,0 0 0,0 0 0,0 0 0,0 0 0,0 0 0,0 0-1,0-1 1,0 1 0,0 0 0,0 0 0,0 0 0,0 0 0,0 0 0,0 0 0,0 0 0,0 0 0,0 0-1,0 0 1,0 0 0,0 0 0,0 0 0,0-1 0,0 1 0,0 0 0,0 0 0,0 0 0,5 1-46,-6 4 54,1-4-22,1-6 24,-4-1 18,3 6-27,0 0-1,0 0 0,0 0 1,0 0-1,0 0 0,0 0 1,0 0-1,0 0 0,0 0 1,0 0-1,0 0 1,0 1-1,0-1 0,0 0 1,0 0-1,0 0 0,0 0 1,0 0-1,0 0 0,0 0 1,0 0-1,0 0 0,0 0 1,0 0-1,0 0 0,0 0 1,0 0-1,0 0 0,0 0 1,0 0-1,0 0 0,0 0 1,0 0-1,-1 0 0,4 2 9,0 0 0,-6-2-7,0 4-2,3-3-5,3-3 1,-3 2 5,1-1 0,0 1 0,-1-1 0,1 1-1,0 0 1,-1-1 0,1 1 0,0 0 0,0 0 0,-1-1 0,1 1 0,0 0 0,0 0-1,1 0 1,8-2 14,-7 0-13,1 0 0,0-1 0,-1 1 0,1-1 0,-1 0 1,0 0-1,3-3 0,-2 2-2,0 0-1,-1 1 1,1 0 0,0-1 0,8-3 0,-1 1 1,0 1-1,0 0 1,1 0 0,0 1-1,15-3 1,165-41 35,-64 11-34,-83 22 7,0 3-1,75-12 1,-114 23-14,-1 0 0,1 1 0,0 0 0,-1 0 0,1 0 0,-1 1 0,1 0 1,-1 0-1,10 3 0,-15-4 2,0 0 0,0 0-1,0 0 1,0 0 0,0 0 0,0 0 0,0 0 0,0 0 0,0 0 0,0 0 0,0 0 0,0 0 0,0 0 0,0 0 0,0 0 0,0 0 0,0 0-1,0 0 1,0 0 0,0 0 0,0 1 0,0-1 0,0 0 0,0 0 0,0 0 0,0 0 0,0 0 0,0 0 0,0 0 0,0 0 0,0 0 0,0 0-1,0 0 1,0 0 0,0 0 0,0 0 0,0 0 0,0 0 0,0 0 0,0 0 0,0 0 0,0 1 0,0-1 0,0 0 0,0 0 0,0 0 0,0 0-1,-1 0 1,1 0 0,0 0 0,0 0 0,0 0 0,0 0 0,0 0 0,0 0 0,0 0 0,0 0 0,0 0 0,0 0 0,-7 3-51,-7 1 52,13-4 2,0 0 1,0 1-1,0-1 1,1 1 0,-1-1-1,0 1 1,0-1 0,1 1-1,-1-1 1,0 1-1,1 0 1,-1-1 0,1 1-1,-1 1 1,-1 0-13,-26-17-80,24 14 91,0-1 1,-1 1-1,1-1 1,1 0-1,-1-1 0,0 1 1,-6-6-1,-21-24-5,11 11 6,-8-10 10,2-1-1,1-1 0,-27-48 0,29 43 17,-7-9-19,-50-74 10,1 19 14,55 70-28,-29-46 0,48 69-3,-8-10-11,13 18 16,-1 0 0,1 0 0,-1 0 0,1 0 0,-1 0 0,1 0 1,0 0-1,0 0 0,-1-1 0,1 1 0,0 0 0,0 0 0,0-2 0,-1-1 69,2 6-22,-2-1-16,4-1-8,-3 0-28,0 0 1,0 0 0,0 0-1,0 0 1,0 0 0,-1 0-1,1 0 1,0-1 0,0 1-1,0 0 1,0 0 0,0 0-1,0 0 1,0 0 0,0 0-1,0 0 1,0 0-1,0 0 1,0 0 0,0 0-1,0 0 1,0 0 0,0 0-1,0 0 1,0 0 0,0 0-1,0 0 1,0 0 0,0 0-1,0 0 1,0 0 0,0 0-1,0 0 1,0 0 0,0 0-1,0 0 1,0 0 0,0 0-1,0 0 1,0 0 0,0 0-1,0 0 1,0 0 0,0 0-1,0 0 1,0-1 0,0 1-1,0 0 1,0 0-1,0 0 1,0 0 0,0 0-1,0 0 1,0 0 0,0 0-1,0 0 1,4 1 27,0 3-7,-4-4-20,0 0-1,0 0 0,0 0 0,0 0 1,0 0-1,0 0 0,0 0 0,0 0 1,0 0-1,0 1 0,0-1 1,0 0-1,0 0 0,0 0 0,0 0 1,0 0-1,0 0 0,0 0 0,0 0 1,0 0-1,0 0 0,-1 0 1,1 0-1,0 1 0,0-1 0,0 0 1,0 0-1,0 0 0,0 0 0,0 0 1,0 0-1,0 0 0,0 0 1,0 0-1,-1 0 0,1 0 0,0 0 1,0 0-1,0 0 0,0 0 0,0 0 1,0 0-1,0 0 0,0 0 1,0 0-1,0 0 0,-1 0 0,1 0 1,0 0-1,0 0 0,0 0 0,0 0 1,0 0-1,0-1 0,0 1 1,0 0-1,0 0 0,0 0 0,0 0 1,0 0-1,-1 0 0,1 0 0,0 0 1,0 0 0,0 0 0,0 0 0,0 0-1,0 0 1,-1 0 0,1 0 0,0-1 0,0 1 0,0 0 0,0 0 0,0 0 0,-1 0 0,1 0 0,0 0 0,0 0 0,0 0 0,0 0 0,0-1 0,0 1 0,0 0-1,-1 0 1,1 0 0,0 0 0,0 0 0,0-1 0,0 1 0,0 0 0,0 0 0,0 0 0,0 0 0,0-1 0,0 1 0,0 0 0,0 0 0,0 0 0,1 0 1,-1 0-1,0 0 0,0-1 0,0 1 1,1 0-1,-1 0 0,0 0 0,0 0 1,0 0-1,1 0 0,-1 0 0,0 0 1,0 0-1,0 0 0,1 0 0,-1 1 1,0-1-1,0 0 0,0 0 0,1 0 0,-1 0 1,0 0-1,0 0 0,0 0 0,0 0 1,1 1-1,-1-1 0,0 0 0,3 2 4,-1-1 0,1 0 0,-1 0 0,1 0 0,0 0-1,-1 0 1,5 0 0,-3 0 12,1 0 0,-1 0-1,0 1 1,6 2 0,-6-2-13,1 0-1,-1-1 1,1 1 0,8 0 0,56 1-21,1 0 40,209 18 38,-241-19-51,104 11 21,-37-2-25,72 12 5,-164-20-11,-1 1 1,0 0-1,0 1 0,20 10 0,-31-14-4,1 0 0,-1 0-1,1 0 1,-1-1-1,0 1 1,1 1 0,-1-1-1,2 2 1,-3-3 2,0 0 1,0 0-1,0 0 1,0 0-1,0 0 1,0 1-1,0-1 1,0 0-1,0 0 1,0 0-1,0 0 0,0 0 1,0 0-1,0 0 1,0 1-1,0-1 1,0 0-1,0 0 1,0 0-1,0 0 1,0 0-1,0 0 0,0 0 1,0 0-1,0 1 1,0-1-1,0 0 1,0 0-1,0 0 1,0 0-1,0 0 1,0 0-1,0 0 1,0 0-1,-1 0 0,1 1 1,0-1-1,0 0 1,0 0-1,0 0 1,0 0-1,0 0 1,0 0-1,0 0 1,0 0-1,-1 0 0,1 0 1,0 0-1,0 0 1,0 0-1,0 0 1,0 0-1,0 0 1,0 0-1,-1 0 1,1 0-1,0 0 1,0 0-1,0 0 0,0 0 2,0 0 1,0 0-1,0 0 0,0 0 0,0 0 0,0 0 0,0 0 0,0-1 0,0 1 0,0 0 0,0 0 0,1 0 0,-1 0 0,0 0 0,0 0 1,0 0-1,0 0 0,0 0 0,0 0 0,0 0 0,0 0 0,0 0 0,0 0 0,0 0 0,0 0 0,0-1 0,0 1 0,0 0 0,0 0 0,0 0 1,0 0-1,0 0 0,0 0 0,0 0 0,0 0 0,0 0 0,0 0 0,0 0 0,0 0 0,-1 0 0,1 0 0,0 0 0,0-1 0,0 1 0,0 0 1,0 0-1,0 0 0,0 0 0,0 0 0,0 0 0,0 0 0,0 0 0,0 0 0,0 0 0,0 0 0,0 0-1,0 0 1,0 0-1,0 0 1,-1 0 0,1 1-1,0-1 1,0 0-1,0 0 1,0 0-1,0 0 1,0 0 0,0 0-1,0 0 1,0 0-1,0 0 1,0 0 0,0 0-1,0 1 1,0-1-1,0 0 1,0 0-1,0 0 1,0 0 0,1 0-1,-1 0 1,0 0-1,0 0 1,0 0-1,0 0 1,0 0 0,0 0-1,0 0 1,0 0-1,0 1 1,0-1-1,0 0 1,0 0 0,0 0-1,0 0 1,0 0-1,0 0 1,1 0-1,-1 0 1,0 0 0,0 0-1,0 0 1,0 0-1,0 0 1,0 0 0,0 0-1,0 0 1,0 0-1,0 0 1,0 0-1,0 0 1,1 0 0,-1 0-1,0 0 1,0 0-1,-1 0 1,1 1-1,0-1 1,0 0 0,0 0-1,0 0 1,0 1-1,0-1 1,0 0 0,0 0-1,0 0 1,0 1-1,0-1 1,0 0 0,0 0-1,0 0 1,0 1-1,0-1 1,0 0 0,0 0-1,0 0 1,1 1-1,-1-1 1,0 0-1,0 0 1,0 0 0,0 0-1,0 1 1,1-1-1,-4-5-42,2 4 12,-2-2-5,2 2 33,-1-1 0,0 1 0,1-1 0,0 1-1,-1-1 1,1 1 0,0-1 0,0 0-1,0 0 1,0 0 0,0 0 0,-1-2 0,-1-3 3,-19-25 5,15 23 4,1 0 0,-7-13 0,-4-8-14,-1 1 0,-42-51 0,45 61 12,-2-5-4,1 0 1,-23-46-1,-17-58-2,42 92-4,-41-105-34,24 49 48,22 61 0,0-1 3,-5-41 0,7 33-6,6 30 13,1 8-16,0 0 0,0 1-1,-1-1 1,1 1 0,0 0 0,-1-1-1,1 1 1,0-1 0,-1 1 0,0-1 0,1 1-1,-2-2 1,1 2 4,-1-3 7,1 6-3,1 0-8,5-3-16,-8 2 2,1 0 7,0 1-1,-1-1 1,1 0-1,0 0 1,-1-1 0,1 1-1,-1 0 1,-3-1-1,4 1 3,0-1 0,0 1-1,0 0 1,0-1-1,0 1 1,1 0-1,-1 0 1,0 0-1,0 1 1,1-1 0,-1 0-1,0 1 1,-1 1-1,-12 8 9,-9 4-41,-42 33 1,8-4 59,-44 19-45,24-13-1,42-32 14,21-11 9,-20 13 0,-40 35 17,70-51-18,0 0-1,1 1 1,-1-1-1,1 1 1,0 0-1,0 0 1,-6 11-1,8-13-2,-1 1 0,1-1-1,-1 1 1,0-1 0,1 0 0,-1 0-1,-1 0 1,1-1 0,0 1 0,-1-1-1,1 1 1,-1-1 0,0 0 0,0-1-1,-4 2 1,2-1-2,3-2 0,4 0 2,-2 1 32,4-1-16,-1 1-12,-3-2-8,1 1 4,0 0 0,0 0 1,0 0-1,0 0 0,0 0 0,0 0 0,0 0 0,0 0 0,0 0 1,0 0-1,0 0 0,0 0 0,0 0 0,0-1 0,0 1 0,0 0 1,0 0-1,0 0 0,0 0 0,0 0 0,0 0 0,0 0 0,0 0 1,0 0-1,0 0 0,0 0 0,0 0 0,0-15 25,-2 8-21,0 0-14,0 1 0,-1-1-1,-4-7 1,3 6 7,1 0-1,0 0 1,0 0-1,1 0 1,-2-12-1,2 10 9,-1 1 0,1-1-1,-1 1 1,-5-10 0,5 11-11,0 0 0,-3-13 0,-2-4-15,2 3 22,-7-40-1,5 16 12,-55-331 39,61 368-41,2 1 1,-1-1-1,1 1 1,1-12-1,-1 20-7,1 0 0,-1 0-1,0-1 1,0 1 0,0 0 0,0 0 0,0 0-1,0 0 1,0-1 0,0 1 0,0 0-1,0 0 1,0 0 0,0-1 0,0 1 0,0 0-1,0 0 1,0 0 0,0-1 0,0 1 0,0 0-1,-1 0 1,1 0 0,0 0 0,0-1-1,0 1 1,0 0 0,0 0 0,0 0 0,-1 0-1,1 0 1,0-1 0,0 1 0,0 0-1,0 0 1,0 0 0,-1 0 0,1 0 0,0 0-1,0 0 1,0 0 0,-1 0 0,1 0-2,0 0 1,0 0 0,0 0 0,0 0-1,0 0 1,0 0 0,0 0-1,-1 0 1,1 0 0,0 0-1,0 0 1,0 0 0,0 0 0,0 0-1,0 0 1,0 0 0,0 0-1,0 0 1,0 0 0,-1 0-1,1 0 1,0 0 0,0 0-1,0 0 1,0 1 0,0-1 0,0 0-1,0 0 1,0 0 0,0 0-1,0 0 1,0 0 0,0 0-1,0 0 1,0 0 0,0 0 0,0 1-1,0-1 1,0 0 0,0 0-1,0 0 1,0 0 0,0 0-1,0 0 1,0 0 0,0 0 0,0 0-1,0 1 1,0-1 0,0 0-1,0 0 1,0 0 0,0 0-1,0 0 1,0 0 0,-2-1 24,8 3 38,-3 0-32,-3-2-31,0 1 1,1-1-1,-1 0 0,0 0 0,0 0 1,0 0-1,0 0 0,0 0 0,0 0 1,1 0-1,-1 0 0,0 0 0,0 0 1,0 0-1,0 0 0,1 0 0,-1 0 1,0 0-1,0 0 0,0 0 0,0 0 1,0 0-1,1 0 0,-1 0 0,0 0 1,0 0-1,0 0 0,0 0 0,0 0 1,0 0-1,1-1 0,-1 1 0,0 0 1,0 0-1,0 0 0,0 0 0,0 0 1,0 0-1,0 0 0,0-1 0,1 1 1,-1 0-1,2-3-33,-2 3 32,0 0-1,0 0 1,0 0-1,0 0 0,0 0 1,0 0-1,0 0 0,0 0 1,0 0-1,0 0 1,0 0-1,0 0 0,0 0 1,0 0-1,0 1 0,0-1 1,0 0-1,0 0 1,0 0-1,0 0 0,0 0 1,0 0-1,0 0 0,0 0 1,0 0-1,0 0 0,0 0 1,0 0-1,0 0 1,0 0-1,0 0 0,0 0 1,1 0-1,-1 0 0,0 0 1,0 0-1,0 0 1,0 0-1,0 0 0,0 0 1,0 0-1,0 0 0,0 0 1,0 0-1,0 0 0,0 0 1,0 0-1,0 0 1,0 0-1,0 0 0,0 0 1,0 0-1,1 0 0,-1 0 1,0 0-1,0 0 2,0 0 0,0 0-1,0 0 1,0 0 0,0 0-1,0 0 1,0 1 0,0-1 0,0 0-1,0 0 1,0 0 0,0 0-1,0 0 1,0 0 0,0 0-1,0 0 1,0 0 0,0 1 0,0-1-1,0 0 1,0 0 0,0 0-1,0 0 1,0 0 0,0 0 0,0 0-1,0 0 1,-1 0 0,1 0-1,0 1 1,0-1 0,0 0 0,0 0-1,0 0 1,0 0 0,0 0-1,0 0 1,0 0 0,0 0 0,0 0-1,-1 0 1,1 0 0,0 0-1,0 0 1,0 0 0,0 0-1,0 0 1,0 0 1,0 0-1,0 0 1,0 0-1,0 0 0,0 0 1,0 0-1,0 0 1,0 0-1,0 0 1,0 0-1,0 0 1,0 0-1,0 0 1,0 0-1,0 0 1,0 0-1,0 0 0,0 0 1,0 0-1,0 0 1,0 0-1,0 0 1,0 0-1,0 0 1,0 0-1,1 2 22,-1-6-485,0 0-38,0-17-2659,-3-13-1441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8T16:28:38.871"/>
    </inkml:context>
    <inkml:brush xml:id="br0">
      <inkml:brushProperty name="width" value="0.05292" units="cm"/>
      <inkml:brushProperty name="height" value="0.05292" units="cm"/>
      <inkml:brushProperty name="color" value="#E71224"/>
    </inkml:brush>
  </inkml:definitions>
  <inkml:trace contextRef="#ctx0" brushRef="#br0">2135 6 168,'0'4'513,"-2"11"327,2-14-754,0-1 0,0 0 0,-1 1 0,1-1 0,0 1 0,-1-1 0,1 0 0,0 1-1,-1-1 1,1 0 0,-1 1 0,1-1 0,-1 0 0,1 0 0,0 1 0,-1-1 0,1 0 0,-1 0 0,1 0 0,-1 0 0,1 1 0,-1-1 0,1 0 0,-1 0 0,1 0 0,-1 0 0,0 0 0,4 0 200,0 0 1,1 0 0,-1 1-1,0 0 1,0-1 0,0 1 0,0 1-1,0-1 1,0 0 0,0 1 0,4 2-1,2 2-88,0 1-1,8 8 0,-10-8 489,1 0 1,14 10-1,-7-10-209,-12-6-422,0 1 0,0 0 0,1-1-1,-1 1 1,0 0 0,0 0 0,-1 1 0,1-1 0,4 6 0,-6-8-34,0 1-1,-1 0 1,1 0-1,0-1 1,0 1-1,0-1 1,0 1-1,-1-1 1,1 1-1,0-1 1,0 0-1,0 1 1,0-1-1,0 0 1,0 0-1,0 1 1,0-1-1,0 0 1,0 0-1,0 0 1,2-1-1,-2 1-2,2 4 1376,-5-5-1388,0 0-1,0 0 0,0 1 1,0-1-1,0 1 1,0-1-1,-1 1 0,1 0 1,0 0-1,-3 0 1,-14-2-9,17 1 33,-1 1-1,1 0 0,-1-1 1,1 1-1,-1-1 0,1 0 0,0 0 1,-1 0-1,1 0 0,0 0 0,0-1 1,0 1-1,0-1 0,0 1 1,0-1-1,0 0 0,0 0 0,1 0 1,-1 0-1,-2-4 0,16-15 1113,-10 19-1117,-1 0 0,0-1 0,0 1 0,0 0 0,-1 0 0,1 0 0,0-5 1,-1 6-25,0 1 1,0-1-1,0 0 1,0 0-1,0 1 1,0-1 0,0 0-1,0 0 1,-1 1-1,1-1 1,0 0-1,-1 0 1,1 1 0,0-1-1,-1 0 1,1 1-1,-1-1 1,1 0-1,-1 1 1,1-1 0,-1 1-1,1-1 1,-1 1-1,-1-1 1,-6-4 10,-1 1 1,0 1-1,0 0 1,0 0-1,0 1 1,0 0-1,-13-1 1,23 3 186,6 1 375,-7-2-376,-4-3-124,4 4-72,-1-1 0,1 1-1,-1-1 1,1 1-1,0 0 1,-1-1 0,1 1-1,0-1 1,0 1 0,-1-1-1,1 1 1,0-1-1,0 1 1,0-1 0,-1 1-1,1-1 1,0 1-1,0-1 1,0 1 0,0-1-1,0 0 0,0 1-1,0 0 1,0 0-1,0-1 1,0 1-1,0 0 1,0 0-1,0-1 1,0 1-1,0 0 1,0 0-1,0-1 1,0 1 0,-1 0-1,1 0 1,0-1-1,0 1 1,0 0-1,0 0 1,0 0-1,-1-1 1,1 1-1,0 0 1,0 0-1,0 0 1,-1 0-1,1 0 1,0-1-1,0 1 1,0 0-1,-1 0 1,1 0 0,0 0-1,0 0 1,-1 0-1,1 0 1,0 0-1,0 0 1,-1 0-1,1 0 1,0 0-1,0 0 1,-1 0-1,1 0 1,-1-1 58,1-2 30,-8 4-99,5 0 28,6 0 0,6 0 49,-7-1-12,-5 0 21,2 0-75,1 0 1,0 0 0,0 0-1,-1 0 1,1 0 0,0 0-1,0 0 1,-1 0-1,1 0 1,0 0 0,0 0-1,-1 0 1,1 0 0,0 0-1,0 0 1,-1 0-1,1 0 1,0 1 0,0-1-1,0 0 1,-1 0-1,1 0 1,0 0 0,0 0-1,0 1 1,-1-1 0,1 0-1,0 0 1,0 0-1,0 1 1,0-1 0,0 0-1,0 0 1,-1 1-1,1-1 1,0 0 0,0 0-1,0 1 1,0-1 0,0 0-1,0 0 1,0 1-1,0-1 1,0 0 0,0 0-1,0 1 1,0-1-1,0 0 1,0 0 0,0 1-1,1-1 1,-1 2-3,0-1 0,0 0-1,0 1 1,0-1 0,0 1 0,-1-1-1,1 0 1,0 1 0,-1-1 0,1 0-1,-1 2 1,-10 23 34,1-1 0,-11 53 0,3-14-4,10-38-21,1 0 0,-3 29 0,-14 61 7,4-29 36,17-69-30,1 0 0,0 35 1,3-8 1,1 27 70,0-19 37,-2-49-108,0-1-1,0 1 0,1-1 0,-1 1 1,3 6-1,0 7 61,0-11-13,-1-1-22,-2-4-47,0-1 0,0 0 1,0 0-1,0 0 1,0 1-1,0-1 0,0 0 1,1 0-1,-1 0 0,0 1 1,0-1-1,0 0 0,0 0 1,0 0-1,0 0 1,0 1-1,1-1 0,-1 0 1,0 0-1,0 0 0,0 0 1,0 0-1,1 0 1,-1 0-1,0 0 0,0 1 1,0-1-1,1 0 0,-1 0 1,1 0-6,-4-2 12,3 2-6,0 0 0,0 0 0,0 0-1,0 0 1,0 0 0,0 0 0,0 0 0,0 0 0,0 0-1,0 0 1,0 0 0,0 0 0,0 0 0,0 0 0,0 0-1,-1 0 1,1 0 0,0 0 0,0 0 0,0 0 0,0 0-1,0 0 1,0-1 0,0 1 0,0 0 0,0 0 0,0 0-1,0 0 1,0 0 0,0 0 0,0 0 0,0 0 0,0 0-1,0 0 1,0 0 0,0 0 0,0 0 0,0 0 0,0 0-1,0 0 1,0 0 0,0 0 0,0 0 0,0 0 0,0 0-1,0-1 1,0 1 0,0 0 0,0 0 0,0 0 0,0 0-1,0 0 1,0 0 0,0 0 0,0 0 0,0 0 0,0 0-1,0 0 1,0 0 0,1 0 0,-1 0 0,0 0 0,0 0-1,0 0 1,3-1 67,-3 0-64,0 1 1,0 0-1,0 0 0,0 0 0,0 0 0,0 0 0,0 0 0,0 0 0,0 0 0,0 0 0,0 0 0,0 0 1,0 0-1,0 0 0,0 0 0,0 0 0,0 0 0,0 0 0,-2 1 31,-3-2 33,5 1-65,0 0 0,0 0 0,0 0 0,0 0 0,0 0 0,0 0 0,0 0 0,0 0 0,0 0 0,0 0 0,0 0 0,0 0 0,0 0 0,0 0 0,0 0 0,0 0 0,0-1 1,0 1-1,0 0 0,0 0 0,0 0 0,0 0 0,0 0 0,3 0 1,-5-2-4,10 1 72,-7 1-71,-14 0-57,16 0 58,-4 1 1,1-1-3,0 0 0,-1 0 0,1 0 1,0 0-1,0 0 0,0 0 0,0 0 0,0 0 1,0 0-1,0 0 0,0 0 0,0 0 0,0 0 1,0 0-1,0 0 0,-1 0 0,1 0 0,0 0 1,0-1-1,0 1 0,0 0 0,0 0 0,0 0 1,0 0-1,0 0 0,0 0 0,0 0 1,0 0-1,0 0 0,0 0 0,0 0 0,0 0 1,0 0-1,0 0 0,0 0 0,0 0 0,0-1 1,0 1-1,0 0 0,-1 0 0,1 0 0,0 0 1,0 0-1,0 0 0,0 0 0,1 0 0,-1 0 1,0 0-1,0 0 0,0-1 0,0 1 0,0 0 1,0 0-1,0 0 0,0 0 0,0 0 0,0 0 1,0 0-1,0 0 0,0 0 0,0 0 0,0 0 1,0 0-1,0 0 0,0 0 0,0 0 1,0 0-1,0 0 0,0 0 0,0 0 0,0-1 1,0 1-1,0 0 0,0 0 0,0 0 0,0 0 1,0 0-1,0 0 0,0 0 0,0 0 0,0 0 1,0 0-1,0 0 0,0 0 0,0 0 1,-1 0-1,1 0 0,0 0 0,0 0 0,0 0 1,0 0-1,0 0 0,0 0 0,0 0 0,0 0 1,0 0-1,0 0 0,0 0 0,0 0 0,0 0 1,0 0-1,0 0 0,0 0 0,0 0 1,0 0-1,0 0 0,0 0 0,-1 0 0,1 0 1,0 0-1,0 0 0,0 0 0,0 0 0,0 0 1,2-1-12,-2 1 10,0 0 0,0 0 0,0 0 0,0 0 0,0 0 0,0 0 0,0 0 0,0 0-1,1 0 1,-1 0 0,0 0 0,0 0 0,0 0 0,0 0 0,0 0 0,0-1 0,0 1 0,0 0 0,0 0 0,0 0 0,0 0 0,0 0 0,0 0 0,0 0 0,0 0 0,0 0 0,0 0 0,1-1 0,-1 1 0,0 0 0,0 0 0,0 0 0,0 0 0,0 0-1,0 0 1,0 0 0,-1 0 0,1-1 0,0 1 0,0 0 0,0 0 0,0 0 0,0 0 0,0 0 0,0 0 0,0 0 0,0 0 0,0 0 0,0-1 0,-6-5 5,4 4 10,2 2-12,-3-3 20,3 3-22,0 0 0,0 0 0,0-1 0,0 1-1,0 0 1,0 0 0,0 0 0,0 0 0,0 0-1,0 0 1,0 0 0,0 0 0,0 0 0,0 0-1,0 0 1,0 0 0,0-1 0,0 1 0,0 0 0,0 0-1,0 0 1,0 0 0,0 0 0,1 0 0,-1 0-1,0 0 1,0 0 0,0 0 0,0 0 0,0 0-1,0 0 1,0 0 0,0 0 0,0 0 0,0 0-1,0 0 1,0 0 0,0 0 0,0 0 0,1 0 0,-1 0-1,0 0 1,0 0 0,0 0 0,0 0 0,0 0-1,0 0 1,0 0 0,0 0 0,0 0 0,0 0-1,0 0 1,0 0 0,1 0 0,-5 1 38,4-1-38,0 0 0,0 0 0,0 0 0,-1 0 1,1 0-1,0 0 0,0 0 0,0 0 0,0 0 0,0 0 0,0 0 1,0 0-1,-1 0 0,1 0 0,0 0 0,0 0 0,0 0 0,0 0 0,0-1 1,0 1-1,0 0 0,0 0 0,-1 0 0,1 0 0,0 0 0,0 0 0,0 0 1,0 0-1,0 0 0,0 0 0,0-1 0,0 1 0,0 0 0,0 0 1,0 0-1,0 0 0,0 0 0,0 0 0,0 0 0,0-1 0,0 1 0,0 0 1,0 0-1,0 0 0,0 0 0,0 0 0,0 0 0,0-1 0,0 1 0,0 0 1,0 0-1,0 0 0,0 0 0,0 0 0,0 0 0,0 0 0,0 0 1,0-1-1,0 1 0,1 0 0,-1 0 0,0 0 0,0 0 0,0 0 1,0 0-1,0 0 1,0 0 0,0 0-1,0-1 1,1 1 0,-1 0 0,0 0-1,0 0 1,0 0 0,0 0-1,0 0 1,0 0 0,0-1 0,0 1-1,0 0 1,0 0 0,0 0-1,0 0 1,0 0 0,0 0 0,0-1-1,0 1 1,0 0 0,0 0-1,0 0 1,0 0 0,0 0 0,0 0-1,0 0 1,0-1 0,0 1-1,-1 0 1,1 0 0,0 0 0,0-4 3,-2 2 7,2 2-10,2 0 6,-2 1-8,0-1 0,0 0 0,0 0 0,0 0 0,1 0 0,-1 0 1,0 0-1,0 0 0,0 0 0,0 0 0,0 0 0,0 0 0,0 0 1,0 0-1,1 0 0,-1 0 0,0 0 0,0 0 0,0 0 1,0 0-1,0 0 0,0 0 0,0 0 0,0 0 0,0 0 0,1 0 1,-1 0-1,0 0 0,0 0 0,0 0 0,0-1 0,0 1 1,0 0-1,0 0 0,0 0 0,0 0 0,0 0 0,0 0 0,0 0 1,1 0-1,-1 0 0,0 0 0,0-1 0,0 1 0,0 0 1,0 0-1,0 0 0,0 0 0,0 0 0,0 0 0,-5-5 21,4 2-25,2 3 5,-1 0 1,0-1-1,0 1 0,0 0 1,0-1-1,0 1 0,0 0 1,0-1-1,0 1 0,0 0 1,0-1-1,0 1 0,0 0 1,0-1-1,0 1 0,0 0 1,0-1-1,0 1 0,0 0 1,-1-1-1,1 1 0,0 0 1,0-1-1,0 1 0,0 0 1,-1 0-1,1-1 0,0 1 1,0 0-1,-1 0 0,1-1 1,0 1-1,-1 0 0,1 0 1,0 0-1,0 0 0,-1-1 1,-6 0 13,6-2-3,7-4 6,-3 3-10,-7 1-7,-4-3-13,9 4 10,5 2 7,-6 0-4,0 0 0,0 0 0,0 0 0,0 0 0,0 0 1,0 0-1,0 0 0,0 0 0,0 0 0,0 0 0,0 0 0,0 0 0,0 0 0,0 0 1,0 0-1,0 0 0,0 0 0,0 0 0,0 0 0,0 0 0,0 0 0,0 0 1,0 0-1,0-1 0,0 1 0,0 0 0,0 0 0,0 0 0,0 0 0,0 0 0,0 0 1,0 0-1,0 0 0,0 0 0,0 0 0,0 0 0,0 0 0,0 0 0,0 0 1,0 0-1,0 0 0,0 0 0,0 0 0,0 0 0,0 0 0,1 0 0,-1 0 0,0 0 1,0 0-1,0 0 0,0 0 0,0 0 0,0 0 0,0 0 0,0 0 0,0 0 1,0 0-1,0 0 0,0 0 0,0 0 0,0 0 0,0 0 0,-4-5-1,3 5-2,-1-1 1,1 0-1,0 0 0,0 1 0,0-1 0,0 0 0,0 1 0,-3-1 0,4 1 3,0 0 1,0 0-1,0 0 1,0 0-1,0 0 1,0 0-1,0-1 1,0 1-1,0 0 0,0 0 1,0 0-1,0 0 1,0 0-1,0 0 1,0 0-1,0 0 1,0 0-1,0 0 1,0 0-1,0 0 1,0 0-1,0 0 0,0 0 1,0 0-1,0 0 1,0 0-1,0 0 1,0 0-1,0 0 1,0 0-1,0 0 1,0 0-1,0-1-1,0 1 0,0 0 0,0 0 0,0 0 0,0 0 0,0 0 0,1 0 0,-1 0 0,0 0 0,0 0 0,0 0 0,0 0 0,0 0 0,0 0 0,1 0 0,-1 1-1,0-1 1,0 0 0,0 0 0,0 0 0,0 0 0,0 0 0,0 0 0,1 0 0,-1 0 0,0 0 0,0 0 0,0 0 0,0 1 0,0-1 0,0 0 0,0 0 0,0 0 0,0 0 0,0 0 0,0 0 0,0 0 0,0 1 0,0-1 0,0 0 0,0 0 0,0 0-1,-1 1 7,-1 0-1,0 0 0,0 0 0,1-1 0,-1 1 0,0-1 1,0 1-1,-3-1 0,2 1-6,0 0 1,0 0 0,0 0-1,0 0 1,0 1-1,1-1 1,-1 1-1,0-1 1,1 1-1,-1 0 1,1 0 0,-4 4-1,-3 4 13,-12 18-1,11-15-8,-18 19-3,-1 0 0,-42 34-1,-1 1 11,-24 27-17,81-79 3,-12 10 24,2-5 29,25-20-45,0 1 1,0-1 0,0 0 0,0 0-1,-1 0 1,1 0 0,0 1 0,0-1-1,0 0 1,0 0 0,0 0 0,0 0-1,0 1 1,0-1 0,0 0 0,0 0-1,0 1 1,0-1 0,0 0 0,0 0-1,0 0 1,0 1 0,0-1 0,0 0-1,0 0 1,0 0 0,0 1 0,0-1-1,1 1 40,-2-2-18,-2-3 37,10 6 292,-3-3-108,-4 0-98,1 1-73,4 0-24,-5 0-50,0 0 0,0 0-1,0 0 1,0 0 0,0 0 0,0 0-1,0 0 1,0 0 0,0 0 0,0 0 0,0 0-1,0 0 1,0 0 0,0 0 0,0 0-1,0 0 1,0 0 0,-1 0 0,1 0-1,0 0 1,0 0 0,0-1 0,0 1 0,0 0-1,0 0 1,0 0 0,0 0 0,0 0-1,0 0 1,0 0 0,0 0 0,0 0 0,0 0-1,0 0 1,0 0 0,0 0 0,0 0-1,0 0 1,0 0 0,0 0 0,0 0-1,0 0 1,0 0 0,0-1 0,0 1 0,0 0-1,0 0 1,0 0 0,0 0 0,0 0-1,0 0 1,0 0 0,0 0 0,0 0-1,0 0 1,0 0 0,0 0 0,0 0 0,0 0-1,0 0 1,0 0 0,1-1 8,3 0 6,-6 1-5,-1 0 4,4 5 4,0-6-14,-1 1-1,0 0 0,1 0 0,-1 0 0,1 0 0,-1 0 0,1-1 0,-1 1 0,0 0 0,1 0 0,-1 0 0,1 0 0,-1 0 0,1 0 0,-1 0 0,1 1 0,-1-1 0,0 0 0,1 0 1,-1 0-1,1 0 0,-1 0 0,1 1 0,14 8 45,-5-2-50,-2 1 1,1 0-1,-1 1 1,0 0-1,-1 0 1,0 1-1,9 17 1,-6-9 9,25 33-1,2 4-8,27 50-33,10 10 58,-32-50-11,-17-23-6,-13-21-17,23 31 0,-35-52 9,0 0 1,0 0-1,0 0 1,1 1-1,-1-1 0,0 0 1,0 0-1,0 0 1,0 1-1,1-1 1,-1 0-1,0 0 0,0 0 1,0 1-1,0-1 1,0 0-1,0 0 1,0 1-1,0-1 0,0 0 1,0 0-1,0 1 1,0-1-1,0 0 1,0 0-1,0 1 0,0-1 1,0 0-1,0 0 1,0 1-1,0-1 0,0 0 1,0 0-1,0 1 1,0-1-1,0 0 1,-1 0-1,1 0 0,0 1 1,2-1-17,3 0 14,-5 0 3,0 0 0,0 0 0,0 0 0,0 0-1,0 0 1,0 0 0,0 0 0,0 0 0,0 0 0,0 0 0,0 0 0,0 0-1,0 0 1,0 0 0,0 0 0,0 0 0,0 0 0,1 0 0,-1 0-1,0 0 1,0 0 0,0 0 0,0-1 0,0 1 0,0 0 0,0 0 0,0 0-1,0 0 1,0 0 0,0 0 0,0 0 0,0 0 0,0 0 0,0 0-1,0 0 1,0 0 0,0 0 0,0 0 0,0 0 0,0 0 0,0 0 0,0 0-1,0 0 1,0 0 0,0 0 0,0 0 0,1 0 0,-5 1-1,-2 1-39,6-2 16,4 0 20,-4 0 3,0 0-1,0 0 1,0 0-1,0 0 0,0 0 1,0 0-1,0 0 0,0 0 1,0 0-1,0 0 1,0 0-1,0 0 0,0 0 1,0 0-1,0 0 0,0 0 1,0 0-1,0 0 1,0 1-1,0-1 0,0 0 1,0 0-1,0 0 0,0 0 1,0 0-1,0 0 1,0 0-1,0 0 0,0 0 1,0 0-1,0 0 1,0 0-1,0 0 0,0 0 1,0 0-1,0 0 0,0 0 1,0 0-1,0 0 1,1 0-1,-1 1 0,0-1 1,0 0-1,0 0 0,0 0 1,-1 0-20,5 0 24,-4-1-2,-3 0-8,2 1 5,-1-1 8,-3-2-9,5 3 3,0 0-1,0 0 1,0 0-1,0 0 0,0 0 1,0 0-1,-1 0 1,1 0-1,0 0 0,0 0 1,0 0-1,0 0 1,0 0-1,0 0 0,0 0 1,0 0-1,0 0 1,0 0-1,0 0 0,-1 0 1,1 0-1,0 0 1,0 0-1,0 0 1,0 0-1,0 0 0,0 0 1,0 0-1,0 0 1,0 0-1,0 0 0,0 1 1,0-1-1,0 0 1,-1 0-1,1 0 0,0 0 1,0 0-1,0 0 1,0 0-1,0 0 0,0 0 1,0 0-1,0 0 1,0 0-1,0 1 0,0-1 1,0 0-1,0 0 1,0 0-1,0 0 0,2-2 18,-2 1-16,-4 2-25,4-1 23,-1 1 0,0-1 0,1 0 1,-1 0-1,1 0 0,-1 0 0,0 0 1,1 0-1,-1 0 0,0 0 0,1-1 1,-1 1-1,0 0 0,1 0 0,-1 0 1,0-1-1,0 0 0,0 1 0,0 0 0,0-1 0,0 1 0,0 0 1,-1 0-1,1 0 0,0 0 0,0-1 0,-1 2 0,-4-1 1,0 1 0,1-1 0,-7-1-1,9 1 1,-1-1 0,1 1 0,-1 0-1,1 1 1,-1-1 0,1 0 0,0 1-1,-1 0 1,1 0 0,0 0-1,-5 2 1,-31 17 4,6 0-5,0 1 0,-30 28 0,25-20 11,-70 43 0,49-35-12,-81 38-1,42-26-2,82-42 0,13-6 9,0 1 0,0-1-1,0 1 1,0-1 0,1 1-1,-1 0 1,0 0-1,1 0 1,-3 3 0,2-2-7,-6 7 10,6-10 25,2-6 32,1 5-53,0 0 1,0 1-1,0-1 0,-1 0 1,1 0-1,0 1 1,0-1-1,-1 0 1,1 0-1,0 1 0,-1-1 1,1 0-1,0 1 1,-1-1-1,0 0 0,6 6 151,-7 2-52,2-5-82,-1-4 1,-1-7 6,3 16 23,0-6-10,-1-4-15,0-3-6,0 6-27,0 0 0,0 0 0,0 0 0,1 0 0,-1-1 0,0 1 0,0 0 0,0 0 0,0 0 0,0 0 0,0 0 0,0 0 0,0 0 0,0 0 1,0 0-1,0 0 0,0 0 0,0 0 0,0 0 0,0 0 0,0 0 0,1 0 0,-1 0 0,0 0 0,0 0 0,0 0 0,0 0 0,0 0 0,0 0 1,0 0-1,0 0 0,0 0 0,0 0 0,0 0 0,1 0 0,-1 0 0,0 0 0,0 0 0,0 0 0,0 0 0,0 0 0,0 0 0,0 0 0,0 0 1,0 0-1,0 0 0,0 0 0,0 0 0,0 0 0,0 0 0,1 0 0,-1 0 0,0 1 0,0-1 0,0 0 0,0 0 0,0 0 0,0 0 0,0 0 1,0 0-1,0 0 0,0 0 0,0 0 0,0 0 0,0 0 0,0 1 0,1 1 1,0-2 0,0-1 0,1 3 6,-2-2-7,0 0 0,0 0 0,0 0 0,0 0 0,0 0 0,0 0 0,0 0 0,0 0-1,0 0 1,0 0 0,0 0 0,0 0 0,0 0 0,0 0 0,0 0 0,0 0 0,1 0 0,-1 0 0,0 0 0,0 0 0,0 0 0,0 0 0,0 0 0,0 0 0,0-1-1,0 1 1,0 0 0,0 0 0,0 0 0,0 0 0,0 0 0,0 0 0,0 0 0,0 0 0,0 0 0,0 0 0,0 0 0,0 0 0,0 0 0,0 0 0,0 0 0,1 0 0,-1 0-1,0 0 1,0 0 0,0 1 0,0-1 0,0 0 0,0 0 0,0 0 0,0 0 0,0 0 0,0 0 0,0 0 0,0 0 0,0 0 0,0 0 0,0 0 0,0 0-1,0 0 1,0 0 0,0 0 0,0 0-1,0 0 1,0 0 0,0-1 0,0 1-1,0 0 1,0 0 0,0 0 0,0 0-1,0 0 1,0 0 0,0 0 0,0 0 0,0 0-1,0 0 1,0 0 0,0 0 0,0 0-1,0 0 1,-1 0 0,1 0 0,0 0-1,0 0 1,0 0 0,0 0 0,0 0-1,0 0 1,0 0 0,0 0 0,0 0-1,0 0 1,0 0 0,0 0 0,0 0-1,0 0 1,0 0 0,0 0 0,-1 0 0,1 0-1,0 0 1,0 0 0,0 0 0,0 0-1,0 0 1,0 0 0,0 0 0,0 0-1,0 0 1,0 0 0,0 0 0,0 0-1,0 0 1,0 0 0,0 0 0,0 0-1,0 0 1,0 0 0,0 0 0,0 0-1,0 0 1,1 7 24,0-6-21,0 1 1,0 0 0,0 0-1,0 0 1,0-1 0,0 1 0,0 0-1,3 1 1,-2 0-1,1 0-1,-1 0 1,0 0-1,0 1 1,0-1 0,0 1-1,0-1 1,-1 1 0,2 4-1,2 6-23,18 53-11,32 47 85,-41-90-43,0-1 0,29 35 0,-24-38-13,-7-7-7,11 17 0,-20-26 6,0 0-1,-1 0 0,1 1 0,-1-1 1,0 1-1,-1-1 0,1 1 0,1 8 1,-3-11 5,0-1 1,1 1-1,-1-1 0,1 1 1,-1-1-1,1 1 1,0-1-1,-1 1 1,1-1-1,0 1 1,0-1-1,0 0 1,0 0-1,0 1 0,0-1 1,0 0-1,1 0 1,-1 0-1,0 0 1,1 0-1,0 0 1,8 6 2,-9-6-5,-1-1 1,1 1 0,-1-1 0,1 1-1,-1-1 1,1 1 0,-1-1 0,0 1 0,1 0-1,-1-1 1,0 1 0,1-1 0,-1 1-1,0 0 1,0-1 0,0 1 0,0 0-1,0-1 1,0 1 0,0 0 0,0-1 0,0 2-1,1 0-39,-3-4 23,2 2 16,0 0 0,1 0-1,-1 0 1,0 0 0,0 0 0,0 0 0,0 0-1,0 0 1,0 0 0,0 0 0,0 0 0,0 0-1,0 0 1,0 0 0,0 0 0,0 0-1,0 0 1,0 0 0,1 1 0,-1-1 0,0 0-1,0 0 1,0 0 0,0 0 0,0 0 0,0 0-1,0 0 1,0 0 0,0 0 0,0 0 0,0 0-1,0 0 1,0 1 0,0-1 0,0 0 0,0 0-1,0 0 1,0 0 0,0 0 0,0 0 0,0 0 0,-1 0 1,1 0 0,0 0-1,0 0 1,0 0 0,0 0 0,0 0-1,0 0 1,0 0 0,0 0-1,0 0 1,0 0 0,0 0 0,0 0-1,0 0 1,0 0 0,0 0-1,0 0 1,0 0 0,0 0 0,0 0-1,0 0 1,0 0 0,0 0-1,0-1 1,0 1 0,0 0-1,0 0 1,0 0 0,0 0 0,0 0-1,-3 2-43,2-2 43,0-1 0,0 0-1,0 1 1,0-1 0,0 1-1,0-1 1,0 1 0,0 0-1,0-1 1,0 1 0,0 0-1,-1 0 1,0 0 0,-21-1-25,2 1 13,6-2 21,0-1 0,-16-5 0,14 3 0,-19-2 1,30 6-12,-1 1 0,0 0 0,1 0 0,-1 1 0,1-1 0,-9 3 0,-39 14 25,23-7-17,-80 23-7,-9 12-6,56-18 45,25-9-23,5-6-27,-47 11-1,17-6 5,57-14 17,1-2 0,0 1-1,-1-1 1,1 0 0,-1 0 0,1-1 0,-13 0 0,9 0 1,9 1-8,1-1-1,0 0 1,0 0 0,0 0-1,0 0 1,-1 0-1,1 0 1,0 0-1,0 0 1,0 1 0,0-1-1,0 0 1,0 0-1,-1 0 1,1 0 0,0 0-1,0 1 1,0-1-1,0 0 1,0 0 0,0 0-1,0 0 1,0 1-1,0-1 1,0 0-1,0 0 1,0 0 0,0 0-1,0 1 1,0-1-1,0 0 1,0 0 0,0 0-1,0 1 1,0-1-1,0 0 1,0 0-1,0 0 1,0 0 0,0 1-1,1-1 1,-1 0-1,0 0 1,0 0 0,2 5 54,-4-5-26,-1-4 28,1 5 1,3-3 60,-1-2-54,-1 6-56,1 4 141,0-7-143,0 1-1,0 0 0,0-1 1,0 1-1,0-1 0,0 1 1,0 0-1,0-1 0,0 1 1,0 0-1,0-1 0,0 1 1,0 0-1,0-1 0,0 1 1,1 0-1,-1-1 0,0 1 1,0 0-1,1-1 0,1 0 10,-1 6 24,-1-5-39,0 1 0,0-1 0,0 0 0,0 0 0,0 0 0,0 0 0,0 0 1,0 0-1,0 0 0,0 0 0,0 1 0,0-1 0,0 0 0,0 0 0,0 0 0,0 0 1,0 0-1,0 0 0,0 0 0,0 0 0,0 1 0,0-1 0,0 0 0,0 0 0,0 0 0,0 0 1,0 0-1,0 0 0,0 0 0,0 0 0,0 0 0,0 0 0,0 1 0,0-1 0,-1 0 1,1 0-1,0 0 0,0 0 0,0 0 0,0 0 0,0 0 0,0 0 0,0 0 0,0 0 1,-1 0-1,1 0 0,0 0 0,0 0 0,0 0 0,0 0 0,0 0 0,0 0 0,0 0 0,0 0 1,-1 0-1,1 0 0,0 0 0,0 0 0,0 0 0,0 0 0,0 0 0,0 0 6,3 3-2,-2-3 4,-1 1-5,-1-1 0,1 0 0,0 0 0,0 0 0,0 1 0,0-1 0,0 0 0,0 0 0,0 1 0,0-1 0,0 0 0,0 0 0,0 1 0,0-1 0,0 0 0,0 0 0,0 1 0,0-1 0,0 0 0,0 0 0,0 1 0,0-1 0,0 0 1,0 0-1,0 1 0,1-1 0,-1 0 0,0 0 0,0 0 0,0 1 0,0-1 0,1 0 0,-1 0 0,0 0 0,0 0 0,0 0 0,1 1 0,-1-1 0,0 0 0,0 0 0,0 0 0,1 0 0,-1 0 0,0 0 0,0 0 0,1 0 0,-1 0 0,0 0 0,0 0 0,1 0 0,0 0-2,-1 0 0,1 1 0,-1-1 0,1 0-1,-1 0 1,1 0 0,-1 0 0,0 1 0,1-1 0,-1 0-1,1 0 1,-1 1 0,1-1 0,-1 0 0,0 1-1,1-1 1,-1 1 0,0-1 0,1 0 0,-1 1 0,0-1-1,0 1 1,1-1 0,-1 1 0,0-1 0,0 1 0,0-1-1,0 1 1,1-1 0,-1 1 0,0-1 0,0 1 0,0-1-1,0 1 1,0-1 0,0 1 0,0-1 0,-1 1-1,1 2-3,0-1 1,0 1-1,0-1 0,0 1 0,0-1 0,0 1 0,1 0 0,-1-1 0,1 1 0,-1-1 0,1 0 0,1 3 0,-1-4 3,-1 0 0,1 1 1,-1-1-1,1 0 0,-1 0 1,0 0-1,0 0 0,0 0 1,1 1-1,-1-1 0,0 0 1,-1 0-1,1 0 0,0 2 1,-1 13 3,2-14-5,-1 0 0,0 1 0,0-1-1,-1 1 1,1-1 0,-1 4 0,-1 12-8,4-7 11,-1-9-2,-1 1 0,1 0 0,-1 0-1,0 0 1,0 4 0,-1 14-3,1 0 0,2 0 1,0 0-1,5 21 0,2 32 22,-6-55-17,0-1 0,1 0-1,1 0 1,11 28-1,-11-30-5,0-4 13,-1 1 0,2-1 0,8 14 0,-10-16 2,-4-10-12,0 0 0,0 1 1,0-1-1,0 0 0,0 0 0,0 0 0,0 1 0,0-1 0,0 0 0,0 0 0,0 0 1,0 1-1,0-1 0,0 0 0,0 0 0,0 0 0,0 1 0,0-1 0,-1 0 0,1 0 0,0 0 1,0 0-1,0 1 0,0-1 0,0 0 0,0 0 0,-1 0 0,1 0 0,0 0 0,0 1 1,0-1-1,-1 0 0,1 0 0,0 0 1,0 1 0,0-1 0,0 1-1,0-1 1,0 0 0,0 1-1,0-1 1,0 0 0,0 1-1,0-1 1,0 0 0,0 1-1,0-1 1,0 0 0,0 1-1,0-1 1,0 0 0,1 1-1,-1-1 1,0 0 0,0 0-1,0 1 1,1-1 0,-1 1 1,0-1 0,0 0-1,1 0 1,-1 0 0,0 1 0,0-1 0,0 0 0,1 0 0,-1 0 0,0 1 0,0-1 0,1 0-1,-1 0 1,0 0 0,0 0 0,1 0 0,-1 0 0,0 0 0,1 0 0,-1 0 0,0 0-1,0 0 1,1 0 0,-1 0 0,0 0 0,1 0 0,-1 0 0,0 0-1,0 0-1,1 0 1,-1 0 0,0 0 0,0 0 0,0 0 0,0 0-1,0 0 1,0 0 0,0 0 0,0 0 0,0 0 0,0 0 0,0 0-1,0 0 1,0 0 0,1 0 0,-1 0 0,0 0 0,0 0-1,0 0 1,0 0 0,0 0 0,0 0 0,0 0 0,0 1-1,0-1 1,0 0 0,0 0 0,0 0 0,0 0 0,0 0-1,0 0 1,0 0 0,0 0 0,0 0 0,0 0 0,0 0 0,0 0-1,0 0 1,0 0 0,0 1 0,0-1 0,0 0 0,0 0-1,0 0 1,0 0 0,0 0 0,0 0 0,0 0 0,0 0-1,0 0 1,0 0 0,0 0 0,0 0 0,0 0 0,0 1-1,0-1 1,0 0 0,0 0 0,0 0 0,0 0 0,0 0-1,1 3-5,0-3 19,-1 0-14,0 0 0,0-1 1,0 1-1,0 0 0,-1 0 1,1 0-1,0 0 0,0-1 1,0 1-1,0 0 1,0 0-1,0 0 0,0 0 1,0-1-1,0 1 0,0 0 1,0 0-1,-1 0 1,1 0-1,0 0 0,0 0 1,0-1-1,0 1 0,0 0 1,0 0-1,-1 0 0,1 0 1,0 0-1,0 0 1,0 0-1,0 0 0,-1 0 1,1 0-1,0 0 0,-2-1-16,5 0-1,-1 1-9,-3 1 15,1-1 11,0 0 0,-1 0-1,1 0 1,0 0 0,0 0-1,-1 0 1,1 0 0,0 0-1,-1 0 1,1 0 0,0 0-1,0 0 1,-1 0-1,1 0 1,0 0 0,0 0-1,-1 0 1,1 0 0,0 0-1,0-1 1,-1 1 0,1 0-1,0 0 1,0 0 0,-1 0-1,1-1 1,0 1-1,0 0 1,-1 0 0,1-1 0,-1 1 0,0 0 1,0 0-1,0-1 0,0 1 1,0 0-1,1 0 0,-1 0 1,0 0-1,0 0 0,0 0 1,0 0-1,0 1 0,0-1 1,0 0-1,1 0 0,-2 1 1,-6 1-2,-14-5-18,-7 2-7,23 0 22,0 1-1,1-1 1,-1 1-1,-7 1 1,-7 2 10,1 1 0,-1 1 0,1 1 0,1 0 0,-1 2 1,-29 15-1,-55 30-10,24-13 0,64-31 10,-8 3 14,12-5 4,-2 0 1,-2 3-25,15-10 1,-1 1 0,1-1 1,-1 0-1,1 1 0,-1-1 1,1 1-1,0-1 0,-1 1 0,1-1 1,-1 1-1,1-1 0,0 1 1,0 0-1,-1-1 0,1 1 1,0-1-1,0 1 0,0 0 0,0-1 1,0 1-1,0 0 0,0-1 1,0 1-1,0 1 0,-1 1-17,1-4 18,0-12 4,-2 12 5,1 10 9,-3 4-2,4-13-18,0 1 0,0-1 0,0 0 0,0 0 0,0 1 0,0-1 0,0 0 0,0 1 0,0-1 0,-1 0 0,1 1 0,0-1 0,0 0 0,0 0 0,0 1 0,-1-1 0,1 0 0,0 1 0,0-1 0,-1 0 0,1 0 0,0 0 0,0 1 0,-1-1 0,0-1 2,1 1 1,-1-1-1,1 1 0,-1-1 1,1 1-1,-1-1 0,0 1 1,1 0-1,-1-1 0,0 1 1,1 0-1,-1 0 0,0-1 1,0 1-1,1 0 0,-1 0 1,-1 0-1,1-7-4,1 7 3,0 0 1,0 0 0,0 0-1,0 1 1,0-1 0,0 0-1,0 0 1,0 0 0,0 0-1,0 0 1,0 0-1,0 0 1,0 0 0,0 0-1,0 0 1,0 0 0,0 0-1,0 0 1,0 0 0,-1 0-1,1 0 1,0 0 0,0 0-1,0 0 1,0 0 0,0 0-1,0 0 1,0 0 0,0 0-1,0 0 1,0 0 0,0 0-1,0 0 1,0 0 0,0 0-1,0 0 1,-1 0 0,1 0-1,0 0 1,0 0 0,0 0-1,0 0 1,0 0 0,0 0-1,0 0 1,0 0 0,0-1-1,0 1 1,0 0 0,0 0-1,0 0 1,0 0-1,0 0 1,0 0 0,0 0-1,0 0 1,0 0 0,0 5 33,0-5-37,-3-2 5,2 1-4,1 1 0,-1 0 0,1 0 0,-1 0 0,0 0 0,1 0 0,-1 0 0,1 0 0,-1 0 0,0 0 0,1 0 0,-1 0 0,1 1-1,-1-1 1,0 0 0,1 0 0,-1 0 0,0 1 0,-14 7-3,11-6 4,-4 3 6,1 0 1,0 0 0,-8 7-1,12-4 34,3-8-37,0 0 1,0 0 0,0 0-1,0 0 1,0 0 0,0 0-1,0 0 1,0 0 0,0 1-1,0-1 1,0 0 0,0 0 0,0 0-1,0 0 1,0 0 0,0 0-1,0 0 1,0 0 0,0 0-1,0 0 1,0 1 0,0-1 0,0 0-1,0 0 1,0 0 0,0 0-1,0 0 1,0 0 0,0 0-1,-1 0 1,1 0 0,0 0 0,0 0-1,0 0 1,0 0 0,0 1-1,0-1 1,0 0 0,0 0-1,0 0 1,0 0 0,0 0-1,0 0 1,0 0 0,-1 0 0,1 0-1,0 0 1,0 0 0,0 0-1,0 0 1,0 0 0,0 0-1,0 0 1,0 0 0,0 0 0,0 0-1,-1 0 1,1 0 0,0 0-1,0 0 1,0 0 0,0 0-1,0 0 1,0 0 0,0-1 0,0 0 4,0 0 1,1 1 0,-1-1 0,1 0 0,-1 0-1,0 0 1,1 0 0,0 0 0,-1 1 0,1-1-1,-1 0 1,1 0 0,0 1 0,0-1 0,1 0-1,1-2-6,1-2 4,0 0 0,-1 0 1,6-9-1,-8 13-2,-1-1 0,1 0 0,0 0-1,0 0 1,-1 0 0,1 0 0,-1 0 0,1 0 0,-1 0 0,0 0-1,0 0 1,0 0 0,0 0 0,0 0 0,-1-2 0,1 3-4,-1 1 0,1-1 1,-1 0-1,1 1 1,0-1-1,-1 0 1,1 1-1,-1-1 1,0 1-1,1-1 0,-1 1 1,1-1-1,-1 1 1,0-1-1,0 1 1,1-1-1,-1 1 1,0 0-1,0 0 1,1-1-1,-1 1 0,0 0 1,0 0-1,0 0 1,1 0-1,-1 0 1,0 0-1,0 0 1,0 0-1,1 0 0,-1 0 1,0 0-1,0 1 1,1-1-1,-1 0 1,0 0-1,0 1 1,1-1-1,-1 1 1,0-1-1,1 0 0,-1 1 1,0 0-1,1-1 1,-1 1-1,-10 11 176,11-12-174,0 0 0,0 0 0,0 0 0,0 0 0,0 0 0,0 0 0,0 0 0,1 0 0,-1 0 0,0 0 0,0 0 0,0 0 0,0 0 0,0 0 0,0 0 0,0 0 0,0 0-1,0 0 1,0 0 0,0 0 0,0 0 0,0 0 0,0 0 0,0 0 0,0 0 0,0 0 0,0 0 0,0 0 0,1 0 0,-1 0 0,0 0 0,0 0 0,0 0 0,0 0 0,0 0 0,0 0 0,0 0 0,0 0 0,0 0 0,0 0 0,0 0 0,0 0 0,0 0 0,0 0 0,0 0 0,0 0 0,0 0 0,0 0 0,0-1 0,0 1 0,0 0 0,0 0 0,0 0 0,0 0-1,0 1 0,0-1 1,0 0-1,0 0 0,1 0 0,-1 0 1,0 0-1,0 1 0,0-1 1,0 0-1,0 0 0,0 0 0,0 0 1,1 0-1,-1 0 0,0 1 1,0-1-1,0 0 0,0 0 1,1 0-1,-1 0 0,0 0 0,0 0 1,0 0-1,0 0 0,1 0 1,-1 0-1,0 0 0,0 0 1,0 0-1,0 0 0,1 0 0,-1 0 1,0 0-1,0 0 0,0 0 1,0 0-1,1 0 0,-1 0 1,0 0-1,0 0 0,0-1 0,0 1 1,1 0-1,-1 0 0,0 0 1,2-1-4,-1 0 0,1 0 0,0 0 0,-1 0 0,0-1 0,1 1 0,-1 0 0,0-1 0,1 1 0,-1-1 0,0 1 0,0-1 0,0 0 0,0 1 0,0-1 0,-1 0 0,1 0 0,0 1 0,-1-1 1,0 0-1,1 0 0,-1 0 0,0 0 0,0 0 0,0 0 0,0 0 0,0-2 0,0 4 2,-1 0-1,1-1 1,0 1 0,0 0-1,0 0 1,0 0 0,0-1 0,0 1-1,0 0 1,0 0 0,0 0-1,0-1 1,0 1 0,-1 0 0,1 0-1,0 0 1,0 0 0,0-1-1,0 1 1,-1 0 0,1 0 0,0 0-1,0 0 1,0 0 0,-1 0-1,1 0 1,0-1 0,0 1 0,0 0-1,-1 0 1,1 0 0,0 0-1,0 0 1,0 0 0,-1 0-1,1 0 1,0 0 0,0 0 0,-1 0-1,1 0 1,0 0 0,0 0-1,0 1 1,-1-1 0,1 0 0,0 0-1,0 0 1,0 0 0,-1 0-1,1 0 1,0 0 0,0 1 0,0-1-1,0 0 1,-1 0 0,1 1-1,-15 12-5,9-7 12,-3 0 10,7-4-14,0-1 1,-1 1-1,1 0 1,0 0 0,0 0-1,-1 0 1,2 0-1,-1 0 1,0 0-1,0 1 1,1-1-1,-3 5 1,21-47-6240,5-16 1985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4E37-CC5D-4894-9911-AE724AF0B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14695-2F44-45F6-95ED-2C4A5E0BA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96A48-C0B8-426D-8F2A-D3703BEF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805-6BFC-45F3-9969-7F252D59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9EBE1-FAC8-4169-8C36-CCDBF560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1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F466-4686-43BC-933B-7BA0BE0F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2CA9A-0082-4B07-8D9C-E58EE2C5C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94175-6697-4844-BC23-8E6DF3CF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F36CE-A522-482F-BBCA-25FE8DCF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6A7FB-18C6-4BE2-BE7F-E7760890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2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78E7-D6A9-4231-949F-8A82CFFE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E071F-4774-40D8-A3D8-052B83A56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BB8B-B805-4132-8CA7-73A47AA1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AA931-3575-47D5-91EF-7CDFEBED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0AC2E-E74B-4116-B1F4-319E3BE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73FF-51C2-4E3C-A921-C4D4B4BA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3E90-1FA6-4EBC-A895-D73FD85B6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2CC0A-4982-480F-BEBB-D79D47403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42478-CE60-445E-9853-CCD65509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41B73-EC01-4235-84D2-4F28ACBD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FB99F-A680-4154-B4E2-4D2BBB67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E802-84F0-4A75-8D8B-A25CC03D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C6FBD-3262-433E-B0D8-1EFB7D0B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5D5C5-9A2E-40DE-A851-4E5CCA19A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49BBA-E5C5-4411-956E-BA4518DB4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91CB5-F81F-41A1-A720-ACC7E3DC2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F8E2C-AD07-4B5E-A27F-CEAE6D04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A29BD-BC2A-4E68-BAFC-AFC46D73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F3EFE-3AF1-41AC-8D77-C0EEF9EF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90BF-B845-4F7E-BF7F-4C6D8D2D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0C0F0-BD63-49E4-BB43-BFC5C5F6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0DDDF-7618-4CCC-A78B-CB32268F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42DC-BABA-402A-B774-657E2AAA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3853C-26C8-4078-B8C6-709D6D3D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C4297-1250-4D28-A6E5-CD4834F0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30119-30A4-4802-A683-496C9B64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3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FCA5-6D73-4BAC-80EB-BE9F22FA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0CC1-8553-4B9F-832C-7D7A2895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C16B6-5538-4BE1-89F5-36C0FC29E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4CA40-707B-4766-86D1-6213E80F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C966F-8960-4E46-B00E-EF86780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80AF8-0DF7-4D38-A39A-63171079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4A3B-5EFC-4EF7-A4C8-838810FC3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CDF7F-2D99-4BCD-BF7D-A241FFD3F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9AE5D-B6FB-49C3-B5E0-62413CE63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5C4DA-042B-4AB0-9948-AD76C973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29EF1-8AF7-48A6-B44F-E6D0EDCB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10C1D-4ADC-4713-9004-FF2397D2E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857A-0557-4141-9DBF-E7720E15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8A9E6-E634-410F-9851-4BDA0D93F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045F5-19C4-4686-BF32-D109B720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0324-148B-4781-8D07-ECEFF957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06B73-5A58-4A0F-9E2E-FFAAB79E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5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FAE93-2140-4C86-B8F5-84D37AD24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78F67-31A0-4846-98E9-F189D39AC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C8914-FD22-4ECF-8223-08B8ECA7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70B37-F7C5-4934-9E58-DF36C0FD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695C-84B7-4432-B9D1-CA9210A7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5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47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D3B0F-88A7-4BD6-9762-692EE59E3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6ABC7-E8EF-453A-9838-BCF926FCB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23169-008B-4285-8D42-E8611483A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10DCD-8EDF-4B87-9533-B867AC58130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28FB7-AD6D-4131-9AD1-46E180942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5FA45-B871-40A8-82E4-5DBC1BD49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620A7-CB88-4C8F-A85C-E3D729AC6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8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91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9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2345F9-13E5-4F2D-B345-FE5732BD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in Deep-L NN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3B8C1-EC28-4EB1-B206-C8BECFAE1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36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2E48-51C6-4C3F-9F78-11FA0B07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Data: mini-batch 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A2F3C1-217F-4225-8206-7FD29AE4E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473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Deep-L nets usually rely on big data input for training</a:t>
                </a:r>
              </a:p>
              <a:p>
                <a:r>
                  <a:rPr lang="en-US" dirty="0"/>
                  <a:t>Implementing batch gradient descent may be prohibitive</a:t>
                </a:r>
              </a:p>
              <a:p>
                <a:r>
                  <a:rPr lang="en-US" dirty="0"/>
                  <a:t>Usually Deep-L nets are trained with mini-batch gradient descent using backprop.</a:t>
                </a:r>
              </a:p>
              <a:p>
                <a:r>
                  <a:rPr lang="en-US" dirty="0"/>
                  <a:t>Partition training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dirty="0"/>
                  <a:t>of cardinality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cs typeface="Times New Roman" panose="02020603050405020304" pitchFamily="18" charset="0"/>
                  </a:rPr>
                  <a:t> examples into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>
                    <a:cs typeface="Times New Roman" panose="02020603050405020304" pitchFamily="18" charset="0"/>
                  </a:rPr>
                  <a:t> mini-batches of cardinality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cs typeface="Times New Roman" panose="02020603050405020304" pitchFamily="18" charset="0"/>
                  </a:rPr>
                  <a:t>Perform one epoch of gradient descent updating weights after each mini-batch; repeat for each epoch</a:t>
                </a:r>
              </a:p>
              <a:p>
                <a:r>
                  <a:rPr lang="en-US" dirty="0">
                    <a:cs typeface="Times New Roman" panose="02020603050405020304" pitchFamily="18" charset="0"/>
                  </a:rPr>
                  <a:t>One additional hyper-parameter: mini-batch size</a:t>
                </a:r>
              </a:p>
              <a:p>
                <a:pPr lvl="1"/>
                <a:r>
                  <a:rPr lang="en-US" dirty="0">
                    <a:cs typeface="Times New Roman" panose="02020603050405020304" pitchFamily="18" charset="0"/>
                  </a:rPr>
                  <a:t>Small: quick convergence, but sub-optimal solution</a:t>
                </a:r>
              </a:p>
              <a:p>
                <a:pPr lvl="1"/>
                <a:r>
                  <a:rPr lang="en-US" dirty="0">
                    <a:cs typeface="Times New Roman" panose="02020603050405020304" pitchFamily="18" charset="0"/>
                  </a:rPr>
                  <a:t>Big: slow convergence, better solution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A2F3C1-217F-4225-8206-7FD29AE4E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4733"/>
              </a:xfrm>
              <a:blipFill>
                <a:blip r:embed="rId2"/>
                <a:stretch>
                  <a:fillRect l="-928" t="-2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B6A1E7F-3481-4CF7-ADC3-6B50A303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02" y="4914367"/>
            <a:ext cx="2335509" cy="18696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2C89F4-02BF-41C7-AD15-1161DCA6532D}"/>
                  </a:ext>
                </a:extLst>
              </p14:cNvPr>
              <p14:cNvContentPartPr/>
              <p14:nvPr/>
            </p14:nvContentPartPr>
            <p14:xfrm>
              <a:off x="8943122" y="5026861"/>
              <a:ext cx="1422360" cy="127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2C89F4-02BF-41C7-AD15-1161DCA653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34482" y="5017861"/>
                <a:ext cx="1440000" cy="12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7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9DD7-4D9D-4B71-B76B-DC954ED1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0CE19-163F-4EDC-A3CF-9423BA173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size=m then </a:t>
                </a:r>
                <a:r>
                  <a:rPr lang="en-US" b="1" dirty="0">
                    <a:solidFill>
                      <a:srgbClr val="FF0000"/>
                    </a:solidFill>
                  </a:rPr>
                  <a:t>Batch GD</a:t>
                </a:r>
              </a:p>
              <a:p>
                <a:r>
                  <a:rPr lang="en-US" dirty="0"/>
                  <a:t>If size=1 then </a:t>
                </a:r>
                <a:r>
                  <a:rPr lang="en-US" b="1" dirty="0">
                    <a:solidFill>
                      <a:srgbClr val="00B050"/>
                    </a:solidFill>
                  </a:rPr>
                  <a:t>Stochastic GD </a:t>
                </a:r>
                <a:r>
                  <a:rPr lang="en-US" dirty="0"/>
                  <a:t>(SGD): you update weights after each</a:t>
                </a:r>
                <a:br>
                  <a:rPr lang="en-US" dirty="0"/>
                </a:br>
                <a:r>
                  <a:rPr lang="en-US" dirty="0"/>
                  <a:t>example in one epoch</a:t>
                </a:r>
              </a:p>
              <a:p>
                <a:r>
                  <a:rPr lang="en-US" dirty="0"/>
                  <a:t>Batch GD may be slow</a:t>
                </a:r>
                <a:br>
                  <a:rPr lang="en-US" dirty="0"/>
                </a:br>
                <a:r>
                  <a:rPr lang="en-US" dirty="0"/>
                  <a:t>SGD may be quick, but looses vectorization</a:t>
                </a:r>
              </a:p>
              <a:p>
                <a:r>
                  <a:rPr lang="en-US" dirty="0"/>
                  <a:t>Tips (rules of thumb):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≤2000</m:t>
                    </m:r>
                  </m:oMath>
                </a14:m>
                <a:r>
                  <a:rPr lang="en-US" dirty="0"/>
                  <a:t> use batch GD</a:t>
                </a:r>
              </a:p>
              <a:p>
                <a:pPr lvl="1"/>
                <a:r>
                  <a:rPr lang="en-US" dirty="0"/>
                  <a:t>Typical mini-batch sizes: 62, 128, 256, 512</a:t>
                </a:r>
              </a:p>
              <a:p>
                <a:pPr lvl="1"/>
                <a:r>
                  <a:rPr lang="en-US" dirty="0"/>
                  <a:t>Make sure each mini-batch fits in CPU/GPU </a:t>
                </a:r>
                <a:br>
                  <a:rPr lang="en-US" dirty="0"/>
                </a:br>
                <a:r>
                  <a:rPr lang="en-US" dirty="0"/>
                  <a:t>memory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0CE19-163F-4EDC-A3CF-9423BA173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1F753B4-E38E-47F9-B158-E35F4814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665" y="3127954"/>
            <a:ext cx="3653915" cy="3049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647794-EF1B-4F75-9C69-A38FEF4F249F}"/>
                  </a:ext>
                </a:extLst>
              </p14:cNvPr>
              <p14:cNvContentPartPr/>
              <p14:nvPr/>
            </p14:nvContentPartPr>
            <p14:xfrm>
              <a:off x="8269922" y="4710061"/>
              <a:ext cx="1717200" cy="94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647794-EF1B-4F75-9C69-A38FEF4F24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0922" y="4701058"/>
                <a:ext cx="1734840" cy="963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9A5B30-8F8B-4FBD-B755-2751C570845D}"/>
                  </a:ext>
                </a:extLst>
              </p14:cNvPr>
              <p14:cNvContentPartPr/>
              <p14:nvPr/>
            </p14:nvContentPartPr>
            <p14:xfrm>
              <a:off x="9716402" y="3307861"/>
              <a:ext cx="831600" cy="1364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9A5B30-8F8B-4FBD-B755-2751C57084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07042" y="3298501"/>
                <a:ext cx="850320" cy="13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03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CC58-0632-4CB5-9849-D2684961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Exponentially </a:t>
            </a:r>
            <a:r>
              <a:rPr lang="en-US" dirty="0"/>
              <a:t>weighted averages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7602-07C9-425B-B4DC-AC20D87C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key component of optimization algorithm for deep networks</a:t>
            </a:r>
          </a:p>
        </p:txBody>
      </p:sp>
    </p:spTree>
    <p:extLst>
      <p:ext uri="{BB962C8B-B14F-4D97-AF65-F5344CB8AC3E}">
        <p14:creationId xmlns:p14="http://schemas.microsoft.com/office/powerpoint/2010/main" val="374149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FA74-3472-4109-AC2E-81D050D9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average: exponentially weighted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D48E3-2F1F-43C6-868D-9C840FABB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90" y="1961655"/>
            <a:ext cx="1353726" cy="2874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1175E3-9681-4AD9-9697-7DF9431E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495" y="1908028"/>
            <a:ext cx="5280509" cy="2927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7BD206-1AA4-4538-A14D-C6518453A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023" y="1991870"/>
            <a:ext cx="5527711" cy="2874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B17F9E-DBC8-49F6-AFA9-0B17EEA3C05A}"/>
                  </a:ext>
                </a:extLst>
              </p:cNvPr>
              <p:cNvSpPr txBox="1"/>
              <p:nvPr/>
            </p:nvSpPr>
            <p:spPr>
              <a:xfrm>
                <a:off x="702290" y="5286564"/>
                <a:ext cx="230056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=0.9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B17F9E-DBC8-49F6-AFA9-0B17EEA3C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90" y="5286564"/>
                <a:ext cx="2300566" cy="615553"/>
              </a:xfrm>
              <a:prstGeom prst="rect">
                <a:avLst/>
              </a:prstGeom>
              <a:blipFill>
                <a:blip r:embed="rId5"/>
                <a:stretch>
                  <a:fillRect l="-2116" r="-265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5B3614-F884-4E5B-B749-A1CC1C2E4050}"/>
                  </a:ext>
                </a:extLst>
              </p:cNvPr>
              <p:cNvSpPr txBox="1"/>
              <p:nvPr/>
            </p:nvSpPr>
            <p:spPr>
              <a:xfrm>
                <a:off x="4632556" y="5243394"/>
                <a:ext cx="420866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general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5B3614-F884-4E5B-B749-A1CC1C2E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556" y="5243394"/>
                <a:ext cx="4208663" cy="307777"/>
              </a:xfrm>
              <a:prstGeom prst="rect">
                <a:avLst/>
              </a:prstGeom>
              <a:blipFill>
                <a:blip r:embed="rId6"/>
                <a:stretch>
                  <a:fillRect t="-196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F960AC-2A72-4E2C-98FA-D9EBDA348794}"/>
                  </a:ext>
                </a:extLst>
              </p:cNvPr>
              <p:cNvSpPr txBox="1"/>
              <p:nvPr/>
            </p:nvSpPr>
            <p:spPr>
              <a:xfrm>
                <a:off x="4776244" y="5675158"/>
                <a:ext cx="5971699" cy="630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This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approximately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averaging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over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units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F960AC-2A72-4E2C-98FA-D9EBDA348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244" y="5675158"/>
                <a:ext cx="5971699" cy="630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BA4D202-4A31-4FC3-BAE7-22F51EB729E3}"/>
              </a:ext>
            </a:extLst>
          </p:cNvPr>
          <p:cNvSpPr txBox="1"/>
          <p:nvPr/>
        </p:nvSpPr>
        <p:spPr>
          <a:xfrm>
            <a:off x="8885254" y="1360895"/>
            <a:ext cx="234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Averaging over 10 days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>
                <a:latin typeface="Symbol" panose="05050102010706020507" pitchFamily="18" charset="2"/>
              </a:rPr>
              <a:t>b</a:t>
            </a:r>
            <a:r>
              <a:rPr lang="en-US" dirty="0"/>
              <a:t>=0.9)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8CA8EA-4770-43A3-BD17-4649A140F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404" y="2088472"/>
            <a:ext cx="5527711" cy="28589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4A10B5-ADBD-4E16-BF73-CEC8EE55B4A1}"/>
              </a:ext>
            </a:extLst>
          </p:cNvPr>
          <p:cNvSpPr txBox="1"/>
          <p:nvPr/>
        </p:nvSpPr>
        <p:spPr>
          <a:xfrm>
            <a:off x="9627164" y="2752454"/>
            <a:ext cx="234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Averaging over 50 days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>
                <a:latin typeface="Symbol" panose="05050102010706020507" pitchFamily="18" charset="2"/>
              </a:rPr>
              <a:t>b</a:t>
            </a:r>
            <a:r>
              <a:rPr lang="en-US" dirty="0"/>
              <a:t>=0.98)</a:t>
            </a:r>
          </a:p>
        </p:txBody>
      </p:sp>
    </p:spTree>
    <p:extLst>
      <p:ext uri="{BB962C8B-B14F-4D97-AF65-F5344CB8AC3E}">
        <p14:creationId xmlns:p14="http://schemas.microsoft.com/office/powerpoint/2010/main" val="116005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CC58-0632-4CB5-9849-D2684961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Exponentially </a:t>
            </a:r>
            <a:r>
              <a:rPr lang="en-US" dirty="0"/>
              <a:t>weighted averages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C29477-A9FB-49CA-AA7A-A800066A5B68}"/>
                  </a:ext>
                </a:extLst>
              </p:cNvPr>
              <p:cNvSpPr txBox="1"/>
              <p:nvPr/>
            </p:nvSpPr>
            <p:spPr>
              <a:xfrm>
                <a:off x="1017345" y="1690688"/>
                <a:ext cx="31556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C29477-A9FB-49CA-AA7A-A800066A5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345" y="1690688"/>
                <a:ext cx="3155672" cy="369332"/>
              </a:xfrm>
              <a:prstGeom prst="rect">
                <a:avLst/>
              </a:prstGeom>
              <a:blipFill>
                <a:blip r:embed="rId2"/>
                <a:stretch>
                  <a:fillRect l="-96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BECBF-631C-4367-9BB7-6A0FC044C883}"/>
                  </a:ext>
                </a:extLst>
              </p:cNvPr>
              <p:cNvSpPr txBox="1"/>
              <p:nvPr/>
            </p:nvSpPr>
            <p:spPr>
              <a:xfrm>
                <a:off x="945687" y="2521318"/>
                <a:ext cx="89085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b>
                    </m:sSub>
                  </m:oMath>
                </a14:m>
                <a:r>
                  <a:rPr lang="en-US" sz="2400" dirty="0"/>
                  <a:t>+…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BECBF-631C-4367-9BB7-6A0FC044C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87" y="2521318"/>
                <a:ext cx="8908593" cy="369332"/>
              </a:xfrm>
              <a:prstGeom prst="rect">
                <a:avLst/>
              </a:prstGeom>
              <a:blipFill>
                <a:blip r:embed="rId3"/>
                <a:stretch>
                  <a:fillRect l="-889" t="-26667" r="-177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FE5ADA-F215-4E44-90C0-DDE150F87B59}"/>
                  </a:ext>
                </a:extLst>
              </p:cNvPr>
              <p:cNvSpPr txBox="1"/>
              <p:nvPr/>
            </p:nvSpPr>
            <p:spPr>
              <a:xfrm>
                <a:off x="838200" y="3490447"/>
                <a:ext cx="11388054" cy="1991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Older terms are discounted more (weighted less)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decreases with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approximation of the moving window size, the smaller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more 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discounted the old values are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</a:t>
                </a:r>
                <a:r>
                  <a:rPr lang="en-US" sz="24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=0.5 means that we are averaging approximately over the last 2 units, thus values than</a:t>
                </a:r>
                <a:b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more than 2 units away are negligible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FE5ADA-F215-4E44-90C0-DDE150F87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90447"/>
                <a:ext cx="11388054" cy="1991635"/>
              </a:xfrm>
              <a:prstGeom prst="rect">
                <a:avLst/>
              </a:prstGeom>
              <a:blipFill>
                <a:blip r:embed="rId4"/>
                <a:stretch>
                  <a:fillRect l="-857" t="-19018" r="-589" b="-6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93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E3E32E-2050-4B88-9D1F-2056C3C7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Bias correction</a:t>
            </a:r>
          </a:p>
        </p:txBody>
      </p:sp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6436D215-3C56-409C-A757-737668A54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281"/>
            <a:ext cx="7762875" cy="3752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F1C17-9959-447A-8289-004B7969CB5A}"/>
                  </a:ext>
                </a:extLst>
              </p:cNvPr>
              <p:cNvSpPr txBox="1"/>
              <p:nvPr/>
            </p:nvSpPr>
            <p:spPr>
              <a:xfrm>
                <a:off x="7762875" y="1179931"/>
                <a:ext cx="4454553" cy="4080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If we use the previous formula</a:t>
                </a:r>
                <a:br>
                  <a:rPr lang="en-US" sz="2400" dirty="0"/>
                </a:br>
                <a:r>
                  <a:rPr lang="en-US" sz="2400" dirty="0"/>
                  <a:t>with </a:t>
                </a:r>
                <a:r>
                  <a:rPr lang="en-US" sz="2400" i="1" dirty="0">
                    <a:latin typeface="Symbol" panose="05050102010706020507" pitchFamily="18" charset="2"/>
                  </a:rPr>
                  <a:t>b</a:t>
                </a:r>
                <a:r>
                  <a:rPr lang="en-US" sz="2400" dirty="0"/>
                  <a:t>=0.98 we actually get </a:t>
                </a:r>
                <a:br>
                  <a:rPr lang="en-US" sz="2400" dirty="0"/>
                </a:br>
                <a:r>
                  <a:rPr lang="en-US" sz="2400" dirty="0"/>
                  <a:t>purple curve.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To correct for initial errors and get</a:t>
                </a:r>
                <a:br>
                  <a:rPr lang="en-US" sz="2400" dirty="0"/>
                </a:br>
                <a:r>
                  <a:rPr lang="en-US" sz="2400" dirty="0"/>
                  <a:t>the green curve we need to adjust</a:t>
                </a:r>
                <a:br>
                  <a:rPr lang="en-US" sz="2400" dirty="0"/>
                </a:br>
                <a:r>
                  <a:rPr lang="en-US" sz="2400" dirty="0"/>
                  <a:t>the each value by a correction</a:t>
                </a:r>
                <a:br>
                  <a:rPr lang="en-US" sz="2400" dirty="0"/>
                </a:br>
                <a:r>
                  <a:rPr lang="en-US" sz="2400" dirty="0"/>
                  <a:t>factor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F1C17-9959-447A-8289-004B7969C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875" y="1179931"/>
                <a:ext cx="4454553" cy="4080091"/>
              </a:xfrm>
              <a:prstGeom prst="rect">
                <a:avLst/>
              </a:prstGeom>
              <a:blipFill>
                <a:blip r:embed="rId3"/>
                <a:stretch>
                  <a:fillRect l="-2052" t="-1196" r="-1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A39A24-8623-496B-8E63-0737C3B1F7F9}"/>
                  </a:ext>
                </a:extLst>
              </p:cNvPr>
              <p:cNvSpPr txBox="1"/>
              <p:nvPr/>
            </p:nvSpPr>
            <p:spPr>
              <a:xfrm>
                <a:off x="1075478" y="5260022"/>
                <a:ext cx="1870640" cy="811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A39A24-8623-496B-8E63-0737C3B1F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78" y="5260022"/>
                <a:ext cx="1870640" cy="811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279FE09-B56E-42C2-B18E-A9C5F9BC3412}"/>
              </a:ext>
            </a:extLst>
          </p:cNvPr>
          <p:cNvSpPr txBox="1"/>
          <p:nvPr/>
        </p:nvSpPr>
        <p:spPr>
          <a:xfrm>
            <a:off x="3843338" y="5532437"/>
            <a:ext cx="6545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the beginning the correction normalizes the weighted sum, while</a:t>
            </a:r>
          </a:p>
          <a:p>
            <a:r>
              <a:rPr lang="en-US" dirty="0"/>
              <a:t>For large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 the factor has no influence</a:t>
            </a:r>
          </a:p>
        </p:txBody>
      </p:sp>
    </p:spTree>
    <p:extLst>
      <p:ext uri="{BB962C8B-B14F-4D97-AF65-F5344CB8AC3E}">
        <p14:creationId xmlns:p14="http://schemas.microsoft.com/office/powerpoint/2010/main" val="2556839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7CA418-2AC5-4ECE-B51C-9FD17D59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1F63A-4DFF-42A5-A0EF-2D3B8370679E}"/>
                  </a:ext>
                </a:extLst>
              </p:cNvPr>
              <p:cNvSpPr txBox="1"/>
              <p:nvPr/>
            </p:nvSpPr>
            <p:spPr>
              <a:xfrm>
                <a:off x="1068859" y="1797908"/>
                <a:ext cx="7661008" cy="1292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=0.02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=0.98 0.02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+0.02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=0.0196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+0.02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sz="2800" b="0" dirty="0"/>
                </a:br>
                <a:endParaRPr lang="en-US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1F63A-4DFF-42A5-A0EF-2D3B83706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59" y="1797908"/>
                <a:ext cx="7661008" cy="12927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9AA2C-3255-4208-9376-B194A2FA9E64}"/>
                  </a:ext>
                </a:extLst>
              </p:cNvPr>
              <p:cNvSpPr txBox="1"/>
              <p:nvPr/>
            </p:nvSpPr>
            <p:spPr>
              <a:xfrm>
                <a:off x="2378676" y="3636649"/>
                <a:ext cx="608647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 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0.98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=0.0396=0.0196+0.02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D9AA2C-3255-4208-9376-B194A2FA9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676" y="3636649"/>
                <a:ext cx="6086474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98A25-2106-4A6F-BF9A-588CA6B04241}"/>
                  </a:ext>
                </a:extLst>
              </p:cNvPr>
              <p:cNvSpPr txBox="1"/>
              <p:nvPr/>
            </p:nvSpPr>
            <p:spPr>
              <a:xfrm>
                <a:off x="135924" y="5669206"/>
                <a:ext cx="1162369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+….−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98A25-2106-4A6F-BF9A-588CA6B04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24" y="5669206"/>
                <a:ext cx="11623695" cy="338554"/>
              </a:xfrm>
              <a:prstGeom prst="rect">
                <a:avLst/>
              </a:prstGeom>
              <a:blipFill>
                <a:blip r:embed="rId4"/>
                <a:stretch>
                  <a:fillRect t="-3571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0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7C7587-840A-435F-B407-452A1CCF945C}"/>
              </a:ext>
            </a:extLst>
          </p:cNvPr>
          <p:cNvGraphicFramePr>
            <a:graphicFrameLocks noGrp="1"/>
          </p:cNvGraphicFramePr>
          <p:nvPr/>
        </p:nvGraphicFramePr>
        <p:xfrm>
          <a:off x="1449049" y="393492"/>
          <a:ext cx="9293902" cy="6071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467F81-322C-42B5-93DF-67112F8941A7}"/>
              </a:ext>
            </a:extLst>
          </p:cNvPr>
          <p:cNvSpPr txBox="1"/>
          <p:nvPr/>
        </p:nvSpPr>
        <p:spPr>
          <a:xfrm>
            <a:off x="2421924" y="393492"/>
            <a:ext cx="870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SMA=simple moving average   EMA=exponentially weighted moving average bias corrected</a:t>
            </a:r>
          </a:p>
        </p:txBody>
      </p:sp>
    </p:spTree>
    <p:extLst>
      <p:ext uri="{BB962C8B-B14F-4D97-AF65-F5344CB8AC3E}">
        <p14:creationId xmlns:p14="http://schemas.microsoft.com/office/powerpoint/2010/main" val="46484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visualstudiomagazine.com/articles/2017/08/01/~/media/ECG/visualstudiomagazine/Images/2017/08/0817vsm_McCaffreyFig1.ashx">
            <a:extLst>
              <a:ext uri="{FF2B5EF4-FFF2-40B4-BE49-F238E27FC236}">
                <a16:creationId xmlns:a16="http://schemas.microsoft.com/office/drawing/2014/main" id="{A94B1DA9-62B9-4908-915A-07729E68D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56" y="881440"/>
            <a:ext cx="5474651" cy="440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A256F4-F193-4CF9-853D-9E3C51669C62}"/>
                  </a:ext>
                </a:extLst>
              </p:cNvPr>
              <p:cNvSpPr txBox="1"/>
              <p:nvPr/>
            </p:nvSpPr>
            <p:spPr>
              <a:xfrm>
                <a:off x="5397156" y="1084640"/>
                <a:ext cx="4856458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(Think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as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400" dirty="0"/>
                  <a:t> as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A256F4-F193-4CF9-853D-9E3C5166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156" y="1084640"/>
                <a:ext cx="4856458" cy="491417"/>
              </a:xfrm>
              <a:prstGeom prst="rect">
                <a:avLst/>
              </a:prstGeom>
              <a:blipFill>
                <a:blip r:embed="rId3"/>
                <a:stretch>
                  <a:fillRect l="-1882" t="-9877" r="-10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A401AA-1B7B-4A6D-B588-096363748A84}"/>
                  </a:ext>
                </a:extLst>
              </p:cNvPr>
              <p:cNvSpPr txBox="1"/>
              <p:nvPr/>
            </p:nvSpPr>
            <p:spPr>
              <a:xfrm>
                <a:off x="597243" y="5288340"/>
                <a:ext cx="10668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Momentum, is used to increase the possibility of jumping out from local minima, but with large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/>
                  <a:t> the learning rate should be kept small to avoid big jumps missing the minimum.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very small momentum does not help very much to avoid local minima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A401AA-1B7B-4A6D-B588-096363748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43" y="5288340"/>
                <a:ext cx="10668000" cy="1569660"/>
              </a:xfrm>
              <a:prstGeom prst="rect">
                <a:avLst/>
              </a:prstGeom>
              <a:blipFill>
                <a:blip r:embed="rId4"/>
                <a:stretch>
                  <a:fillRect l="-800" t="-3113" r="-571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C1D21-B42F-4BC4-AE10-788CBDBF3580}"/>
                  </a:ext>
                </a:extLst>
              </p:cNvPr>
              <p:cNvSpPr txBox="1"/>
              <p:nvPr/>
            </p:nvSpPr>
            <p:spPr>
              <a:xfrm>
                <a:off x="6921156" y="3421439"/>
                <a:ext cx="13824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2C1D21-B42F-4BC4-AE10-788CBDBF3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156" y="3421439"/>
                <a:ext cx="1382493" cy="369332"/>
              </a:xfrm>
              <a:prstGeom prst="rect">
                <a:avLst/>
              </a:prstGeom>
              <a:blipFill>
                <a:blip r:embed="rId5"/>
                <a:stretch>
                  <a:fillRect l="-4405" r="-484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655931F-716D-4E3A-9F19-57AD628D8668}"/>
              </a:ext>
            </a:extLst>
          </p:cNvPr>
          <p:cNvSpPr txBox="1"/>
          <p:nvPr/>
        </p:nvSpPr>
        <p:spPr>
          <a:xfrm>
            <a:off x="3311611" y="198210"/>
            <a:ext cx="526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Gradient Descent with Momentum</a:t>
            </a:r>
          </a:p>
        </p:txBody>
      </p:sp>
    </p:spTree>
    <p:extLst>
      <p:ext uri="{BB962C8B-B14F-4D97-AF65-F5344CB8AC3E}">
        <p14:creationId xmlns:p14="http://schemas.microsoft.com/office/powerpoint/2010/main" val="76666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A750-504F-4A4C-804B-A2EBC8CF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3" y="0"/>
            <a:ext cx="10515600" cy="1325563"/>
          </a:xfrm>
        </p:spPr>
        <p:txBody>
          <a:bodyPr/>
          <a:lstStyle/>
          <a:p>
            <a:r>
              <a:rPr lang="en-US" dirty="0"/>
              <a:t>Momentum as a EMA of gradient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AFA57-CF98-46FD-AF5E-9D46F492D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03" y="1504950"/>
            <a:ext cx="11506200" cy="20193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859E6F-39A4-455E-BFA3-000C72C6808B}"/>
              </a:ext>
            </a:extLst>
          </p:cNvPr>
          <p:cNvCxnSpPr>
            <a:cxnSpLocks/>
          </p:cNvCxnSpPr>
          <p:nvPr/>
        </p:nvCxnSpPr>
        <p:spPr>
          <a:xfrm>
            <a:off x="1445741" y="2514600"/>
            <a:ext cx="617837" cy="154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D27B7C-8C17-4857-8C64-F69EF9779B99}"/>
              </a:ext>
            </a:extLst>
          </p:cNvPr>
          <p:cNvCxnSpPr>
            <a:cxnSpLocks/>
          </p:cNvCxnSpPr>
          <p:nvPr/>
        </p:nvCxnSpPr>
        <p:spPr>
          <a:xfrm flipV="1">
            <a:off x="2063578" y="2514600"/>
            <a:ext cx="259492" cy="154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68F43B-3138-4E35-A04F-49958CF24B70}"/>
              </a:ext>
            </a:extLst>
          </p:cNvPr>
          <p:cNvCxnSpPr>
            <a:cxnSpLocks/>
          </p:cNvCxnSpPr>
          <p:nvPr/>
        </p:nvCxnSpPr>
        <p:spPr>
          <a:xfrm>
            <a:off x="2323070" y="2591829"/>
            <a:ext cx="160638" cy="77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313E14-79C5-4058-A826-30D7638465FC}"/>
              </a:ext>
            </a:extLst>
          </p:cNvPr>
          <p:cNvCxnSpPr>
            <a:cxnSpLocks/>
          </p:cNvCxnSpPr>
          <p:nvPr/>
        </p:nvCxnSpPr>
        <p:spPr>
          <a:xfrm flipV="1">
            <a:off x="2483708" y="2514600"/>
            <a:ext cx="296562" cy="154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C5478-5C35-436E-995C-C11BB194F33C}"/>
                  </a:ext>
                </a:extLst>
              </p:cNvPr>
              <p:cNvSpPr txBox="1"/>
              <p:nvPr/>
            </p:nvSpPr>
            <p:spPr>
              <a:xfrm>
                <a:off x="763692" y="3849169"/>
                <a:ext cx="2206437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C5478-5C35-436E-995C-C11BB194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92" y="3849169"/>
                <a:ext cx="2206437" cy="399084"/>
              </a:xfrm>
              <a:prstGeom prst="rect">
                <a:avLst/>
              </a:prstGeom>
              <a:blipFill>
                <a:blip r:embed="rId3"/>
                <a:stretch>
                  <a:fillRect l="-1381" r="-1657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D72B52-95DB-4663-89DB-2339721427CC}"/>
                  </a:ext>
                </a:extLst>
              </p:cNvPr>
              <p:cNvSpPr txBox="1"/>
              <p:nvPr/>
            </p:nvSpPr>
            <p:spPr>
              <a:xfrm>
                <a:off x="3900894" y="3712689"/>
                <a:ext cx="1217834" cy="672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/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D72B52-95DB-4663-89DB-233972142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894" y="3712689"/>
                <a:ext cx="1217834" cy="672043"/>
              </a:xfrm>
              <a:prstGeom prst="rect">
                <a:avLst/>
              </a:prstGeom>
              <a:blipFill>
                <a:blip r:embed="rId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079BB3E-A7AA-4A4B-B540-95D8B556EC99}"/>
              </a:ext>
            </a:extLst>
          </p:cNvPr>
          <p:cNvSpPr txBox="1"/>
          <p:nvPr/>
        </p:nvSpPr>
        <p:spPr>
          <a:xfrm>
            <a:off x="5441092" y="3898290"/>
            <a:ext cx="2652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E1E7D1-FEC9-4C26-A28D-A667667F5E38}"/>
                  </a:ext>
                </a:extLst>
              </p:cNvPr>
              <p:cNvSpPr txBox="1"/>
              <p:nvPr/>
            </p:nvSpPr>
            <p:spPr>
              <a:xfrm>
                <a:off x="708879" y="4726532"/>
                <a:ext cx="2821157" cy="672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E1E7D1-FEC9-4C26-A28D-A667667F5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79" y="4726532"/>
                <a:ext cx="2821157" cy="672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236C903-1B65-48E1-B687-8FFAAC545DD4}"/>
              </a:ext>
            </a:extLst>
          </p:cNvPr>
          <p:cNvSpPr txBox="1"/>
          <p:nvPr/>
        </p:nvSpPr>
        <p:spPr>
          <a:xfrm>
            <a:off x="4221892" y="4855125"/>
            <a:ext cx="2074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 of the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BB0AAB-16D3-4FEF-8563-D24946681BA9}"/>
                  </a:ext>
                </a:extLst>
              </p:cNvPr>
              <p:cNvSpPr txBox="1"/>
              <p:nvPr/>
            </p:nvSpPr>
            <p:spPr>
              <a:xfrm>
                <a:off x="7148659" y="4607789"/>
                <a:ext cx="16001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learning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rate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momentum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BB0AAB-16D3-4FEF-8563-D2494668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59" y="4607789"/>
                <a:ext cx="1600118" cy="553998"/>
              </a:xfrm>
              <a:prstGeom prst="rect">
                <a:avLst/>
              </a:prstGeom>
              <a:blipFill>
                <a:blip r:embed="rId6"/>
                <a:stretch>
                  <a:fillRect l="-4962" t="-1099" r="-3053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7E2CD6-DBB1-4B4E-9EC9-224624773246}"/>
                  </a:ext>
                </a:extLst>
              </p:cNvPr>
              <p:cNvSpPr txBox="1"/>
              <p:nvPr/>
            </p:nvSpPr>
            <p:spPr>
              <a:xfrm>
                <a:off x="763692" y="5535827"/>
                <a:ext cx="9937259" cy="1416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To get the formulation in previous page you 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iv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𝑖𝑑𝑒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sSub>
                      <m:sSub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𝜂𝛽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with 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𝜂𝛽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A7E2CD6-DBB1-4B4E-9EC9-22462477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92" y="5535827"/>
                <a:ext cx="9937259" cy="1416285"/>
              </a:xfrm>
              <a:prstGeom prst="rect">
                <a:avLst/>
              </a:prstGeom>
              <a:blipFill>
                <a:blip r:embed="rId7"/>
                <a:stretch>
                  <a:fillRect l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0613190-0A28-49E2-8C03-8BE4490C6CA4}"/>
              </a:ext>
            </a:extLst>
          </p:cNvPr>
          <p:cNvSpPr txBox="1"/>
          <p:nvPr/>
        </p:nvSpPr>
        <p:spPr>
          <a:xfrm>
            <a:off x="9338494" y="5062553"/>
            <a:ext cx="27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Usually no bias correction!</a:t>
            </a:r>
          </a:p>
        </p:txBody>
      </p:sp>
    </p:spTree>
    <p:extLst>
      <p:ext uri="{BB962C8B-B14F-4D97-AF65-F5344CB8AC3E}">
        <p14:creationId xmlns:p14="http://schemas.microsoft.com/office/powerpoint/2010/main" val="308484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C36E8A0-538D-49F1-A572-ECDEC48DA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950"/>
            <a:ext cx="12192000" cy="562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88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0910713-0622-48F1-A700-073E3734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707" y="97740"/>
            <a:ext cx="8879292" cy="579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0D3EAC-2255-474E-964F-01853B01C416}"/>
              </a:ext>
            </a:extLst>
          </p:cNvPr>
          <p:cNvSpPr txBox="1"/>
          <p:nvPr/>
        </p:nvSpPr>
        <p:spPr>
          <a:xfrm>
            <a:off x="986117" y="6060140"/>
            <a:ext cx="9649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757575"/>
                </a:solidFill>
                <a:effectLst/>
                <a:latin typeface="sohne"/>
              </a:rPr>
              <a:t>Momentum (magenta) vs. Gradient Descent (cyan) on a surface with a global minimum (the left well)</a:t>
            </a:r>
            <a:br>
              <a:rPr lang="en-US" b="0" i="0" dirty="0">
                <a:solidFill>
                  <a:srgbClr val="757575"/>
                </a:solidFill>
                <a:effectLst/>
                <a:latin typeface="sohne"/>
              </a:rPr>
            </a:br>
            <a:r>
              <a:rPr lang="en-US" b="0" i="0" dirty="0">
                <a:solidFill>
                  <a:srgbClr val="757575"/>
                </a:solidFill>
                <a:effectLst/>
                <a:latin typeface="sohne"/>
              </a:rPr>
              <a:t> and local minimum (the right well)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427C-1E39-4EBB-AF44-7240F32F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RMSprop (root mean square propagation)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9F09F-6EFE-4CCC-B633-EE0B01803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Idea: EMA of the square of the gradient values, then update parameters by dividing by the root square of EMA values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normalize the effect of fluctuations in derivatives by dividing by the sqrt of the squared EMA (large values becomes smaller and vice-versa small values are increased providing larger steps in those directions)</a:t>
            </a:r>
          </a:p>
          <a:p>
            <a:r>
              <a:rPr lang="en-US" sz="1900" i="1" u="sng" dirty="0"/>
              <a:t>Curiosity: proposed by G. Hinton in a Coursera lecture and never published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513E7-76F3-4494-9FB0-D21179864213}"/>
                  </a:ext>
                </a:extLst>
              </p:cNvPr>
              <p:cNvSpPr txBox="1"/>
              <p:nvPr/>
            </p:nvSpPr>
            <p:spPr>
              <a:xfrm>
                <a:off x="-1139910" y="2731821"/>
                <a:ext cx="6098058" cy="697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5513E7-76F3-4494-9FB0-D21179864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9910" y="2731821"/>
                <a:ext cx="6098058" cy="6971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0D1156-F9B7-4E1F-BDA3-E8C74614455E}"/>
                  </a:ext>
                </a:extLst>
              </p:cNvPr>
              <p:cNvSpPr txBox="1"/>
              <p:nvPr/>
            </p:nvSpPr>
            <p:spPr>
              <a:xfrm>
                <a:off x="3793825" y="2886095"/>
                <a:ext cx="2798907" cy="3571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0D1156-F9B7-4E1F-BDA3-E8C746144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825" y="2886095"/>
                <a:ext cx="2798907" cy="357149"/>
              </a:xfrm>
              <a:prstGeom prst="rect">
                <a:avLst/>
              </a:prstGeom>
              <a:blipFill>
                <a:blip r:embed="rId3"/>
                <a:stretch>
                  <a:fillRect l="-436" r="-1089" b="-2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47B99D-D649-4B5A-BB27-FAB04ED5B14B}"/>
                  </a:ext>
                </a:extLst>
              </p:cNvPr>
              <p:cNvSpPr txBox="1"/>
              <p:nvPr/>
            </p:nvSpPr>
            <p:spPr>
              <a:xfrm>
                <a:off x="2783397" y="3563937"/>
                <a:ext cx="3004797" cy="866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47B99D-D649-4B5A-BB27-FAB04ED5B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397" y="3563937"/>
                <a:ext cx="3004797" cy="866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7C30F2-9CA5-4FFD-BC65-88598EA24FE0}"/>
              </a:ext>
            </a:extLst>
          </p:cNvPr>
          <p:cNvSpPr txBox="1"/>
          <p:nvPr/>
        </p:nvSpPr>
        <p:spPr>
          <a:xfrm>
            <a:off x="878710" y="381662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4632E8-2BA5-4371-B473-EB957B1C8AD4}"/>
                  </a:ext>
                </a:extLst>
              </p:cNvPr>
              <p:cNvSpPr txBox="1"/>
              <p:nvPr/>
            </p:nvSpPr>
            <p:spPr>
              <a:xfrm>
                <a:off x="6096000" y="3816628"/>
                <a:ext cx="30834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avoid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dividing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zero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4632E8-2BA5-4371-B473-EB957B1C8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16628"/>
                <a:ext cx="3083473" cy="276999"/>
              </a:xfrm>
              <a:prstGeom prst="rect">
                <a:avLst/>
              </a:prstGeom>
              <a:blipFill>
                <a:blip r:embed="rId5"/>
                <a:stretch>
                  <a:fillRect l="-593" t="-2174" r="-791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189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C4BE-8CD7-4A59-AF00-BAA65CD1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6EB86-DB75-4DA5-AAD7-4C8EC8F7F9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It is a combination of Momentum and RMSprop with bias correction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Hyperparameters: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learning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rate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to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tuned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=0.9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usual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default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=0.999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usual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default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6EB86-DB75-4DA5-AAD7-4C8EC8F7F9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2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7E3CE-1C48-4878-82A3-C48501D6A807}"/>
                  </a:ext>
                </a:extLst>
              </p:cNvPr>
              <p:cNvSpPr txBox="1"/>
              <p:nvPr/>
            </p:nvSpPr>
            <p:spPr>
              <a:xfrm>
                <a:off x="1227863" y="2756957"/>
                <a:ext cx="3931013" cy="650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17E3CE-1C48-4878-82A3-C48501D6A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863" y="2756957"/>
                <a:ext cx="3931013" cy="650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BC35D-F5BC-4532-A2AB-8C06BCCF0F76}"/>
                  </a:ext>
                </a:extLst>
              </p:cNvPr>
              <p:cNvSpPr txBox="1"/>
              <p:nvPr/>
            </p:nvSpPr>
            <p:spPr>
              <a:xfrm>
                <a:off x="5774724" y="2778181"/>
                <a:ext cx="3959610" cy="650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8BC35D-F5BC-4532-A2AB-8C06BCCF0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724" y="2778181"/>
                <a:ext cx="3959610" cy="6508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77DE3F-7D4E-4A61-A441-BAA372DF0D70}"/>
                  </a:ext>
                </a:extLst>
              </p:cNvPr>
              <p:cNvSpPr txBox="1"/>
              <p:nvPr/>
            </p:nvSpPr>
            <p:spPr>
              <a:xfrm>
                <a:off x="3784294" y="3563937"/>
                <a:ext cx="2985753" cy="748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77DE3F-7D4E-4A61-A441-BAA372DF0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294" y="3563937"/>
                <a:ext cx="2985753" cy="748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5574CEE-7696-40FB-8666-CB461726934B}"/>
              </a:ext>
            </a:extLst>
          </p:cNvPr>
          <p:cNvSpPr txBox="1"/>
          <p:nvPr/>
        </p:nvSpPr>
        <p:spPr>
          <a:xfrm>
            <a:off x="6573795" y="5758249"/>
            <a:ext cx="3864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ADAM: </a:t>
            </a:r>
            <a:r>
              <a:rPr lang="en-US" sz="2400" dirty="0" err="1"/>
              <a:t>ADAptive</a:t>
            </a:r>
            <a:r>
              <a:rPr lang="en-US" sz="2400" dirty="0"/>
              <a:t> Momentum</a:t>
            </a:r>
          </a:p>
        </p:txBody>
      </p:sp>
    </p:spTree>
    <p:extLst>
      <p:ext uri="{BB962C8B-B14F-4D97-AF65-F5344CB8AC3E}">
        <p14:creationId xmlns:p14="http://schemas.microsoft.com/office/powerpoint/2010/main" val="335039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F469-183E-4793-AFB2-657B59EB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</a:t>
            </a:r>
            <a:r>
              <a:rPr lang="en-US"/>
              <a:t>RMSProp </a:t>
            </a:r>
            <a:r>
              <a:rPr lang="en-US" dirty="0"/>
              <a:t>e Adam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664E-7C08-45B0-A460-938C9BB03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https://towardsdatascience.com/a-visual-explanation-of-gradient-descent-methods-momentum-adagrad-rmsprop-adam-f898b102325c</a:t>
            </a:r>
          </a:p>
        </p:txBody>
      </p:sp>
    </p:spTree>
    <p:extLst>
      <p:ext uri="{BB962C8B-B14F-4D97-AF65-F5344CB8AC3E}">
        <p14:creationId xmlns:p14="http://schemas.microsoft.com/office/powerpoint/2010/main" val="187874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97E4-0FBD-48F7-8C64-7A367D0F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 (BN)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CEEB-525A-40E4-99AD-B13F00F7C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for input values, we can normalize values at inner nodes as well</a:t>
            </a:r>
          </a:p>
          <a:p>
            <a:r>
              <a:rPr lang="en-US" dirty="0"/>
              <a:t>Main difference: it is not smart to normalize such values at mean 0 and variance 1</a:t>
            </a:r>
          </a:p>
        </p:txBody>
      </p:sp>
      <p:pic>
        <p:nvPicPr>
          <p:cNvPr id="4" name="Picture 2" descr="Image for post">
            <a:extLst>
              <a:ext uri="{FF2B5EF4-FFF2-40B4-BE49-F238E27FC236}">
                <a16:creationId xmlns:a16="http://schemas.microsoft.com/office/drawing/2014/main" id="{0B8E98AB-589F-4327-AC6B-C6B19E7DB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421" y="3140413"/>
            <a:ext cx="5039647" cy="33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alculate the Probability Under a Normal Curve - Python for Undergraduate  Engineers">
            <a:extLst>
              <a:ext uri="{FF2B5EF4-FFF2-40B4-BE49-F238E27FC236}">
                <a16:creationId xmlns:a16="http://schemas.microsoft.com/office/drawing/2014/main" id="{78DEAEFD-7E13-4054-932B-39964AD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084" y="5001884"/>
            <a:ext cx="1362224" cy="9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92FFB-BB79-49C0-A65B-48D394A24205}"/>
              </a:ext>
            </a:extLst>
          </p:cNvPr>
          <p:cNvSpPr txBox="1"/>
          <p:nvPr/>
        </p:nvSpPr>
        <p:spPr>
          <a:xfrm>
            <a:off x="889485" y="4678718"/>
            <a:ext cx="2878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range the activation is</a:t>
            </a:r>
            <a:br>
              <a:rPr lang="en-US" dirty="0"/>
            </a:br>
            <a:r>
              <a:rPr lang="en-US" dirty="0"/>
              <a:t>almost linear…..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EED799-3104-41D5-B524-0C38EFD6DF1D}"/>
              </a:ext>
            </a:extLst>
          </p:cNvPr>
          <p:cNvCxnSpPr/>
          <p:nvPr/>
        </p:nvCxnSpPr>
        <p:spPr>
          <a:xfrm>
            <a:off x="2328661" y="5475790"/>
            <a:ext cx="4275583" cy="339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60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88E5-3CC4-4EFE-BFAF-7B7AD724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Normalization: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25C72-78DC-485C-8686-9F13470FA4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compute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of the inner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of each layer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within every mini-batch (impractical to perform over the whole training set)</a:t>
                </a:r>
              </a:p>
              <a:p>
                <a:r>
                  <a:rPr lang="en-US" dirty="0"/>
                  <a:t>For each layer, 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be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err="1"/>
                  <a:t>-th</a:t>
                </a:r>
                <a:r>
                  <a:rPr lang="en-US" dirty="0"/>
                  <a:t> inner node value (before activation) in 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mini-batch case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C25C72-78DC-485C-8686-9F13470F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3AA8A-2055-4837-A84D-6C71A94A5492}"/>
                  </a:ext>
                </a:extLst>
              </p:cNvPr>
              <p:cNvSpPr txBox="1"/>
              <p:nvPr/>
            </p:nvSpPr>
            <p:spPr>
              <a:xfrm>
                <a:off x="2754774" y="4155311"/>
                <a:ext cx="5781005" cy="1644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  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learnable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parameters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3AA8A-2055-4837-A84D-6C71A94A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774" y="4155311"/>
                <a:ext cx="5781005" cy="1644040"/>
              </a:xfrm>
              <a:prstGeom prst="rect">
                <a:avLst/>
              </a:prstGeom>
              <a:blipFill>
                <a:blip r:embed="rId3"/>
                <a:stretch>
                  <a:fillRect b="-7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81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C288-AEE6-4A8A-A0CA-DC506A3C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228" y="-136283"/>
            <a:ext cx="10515600" cy="1325563"/>
          </a:xfrm>
        </p:spPr>
        <p:txBody>
          <a:bodyPr/>
          <a:lstStyle/>
          <a:p>
            <a:r>
              <a:rPr lang="en-US" dirty="0"/>
              <a:t>Batch Normalization: learning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590C5D-F0A8-42CA-B8FC-2BB366FC35B6}"/>
              </a:ext>
            </a:extLst>
          </p:cNvPr>
          <p:cNvGrpSpPr/>
          <p:nvPr/>
        </p:nvGrpSpPr>
        <p:grpSpPr>
          <a:xfrm>
            <a:off x="897172" y="1027278"/>
            <a:ext cx="8985779" cy="3080715"/>
            <a:chOff x="1211518" y="1339795"/>
            <a:chExt cx="8985779" cy="3080715"/>
          </a:xfrm>
        </p:grpSpPr>
        <p:pic>
          <p:nvPicPr>
            <p:cNvPr id="5" name="Picture 4" descr="Shape, circle&#10;&#10;Description automatically generated">
              <a:extLst>
                <a:ext uri="{FF2B5EF4-FFF2-40B4-BE49-F238E27FC236}">
                  <a16:creationId xmlns:a16="http://schemas.microsoft.com/office/drawing/2014/main" id="{67523FC0-F5FF-47DD-94B4-4B60E14D3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6973" y="1640825"/>
              <a:ext cx="8810324" cy="2779685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020C7C6-9A4E-4403-A1D1-6587F573AC0B}"/>
                </a:ext>
              </a:extLst>
            </p:cNvPr>
            <p:cNvCxnSpPr/>
            <p:nvPr/>
          </p:nvCxnSpPr>
          <p:spPr>
            <a:xfrm>
              <a:off x="4375230" y="1690688"/>
              <a:ext cx="0" cy="11566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941DE8A-19FA-4D40-900F-0F09BEAC2EDC}"/>
                </a:ext>
              </a:extLst>
            </p:cNvPr>
            <p:cNvCxnSpPr/>
            <p:nvPr/>
          </p:nvCxnSpPr>
          <p:spPr>
            <a:xfrm>
              <a:off x="4375230" y="3030667"/>
              <a:ext cx="0" cy="11566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CED8D0-7B85-4A44-B3E9-C31F20BBCD27}"/>
                </a:ext>
              </a:extLst>
            </p:cNvPr>
            <p:cNvCxnSpPr/>
            <p:nvPr/>
          </p:nvCxnSpPr>
          <p:spPr>
            <a:xfrm>
              <a:off x="6263833" y="1690688"/>
              <a:ext cx="0" cy="11566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ED0982-CDDB-42F8-BFBB-3FE74D0E15C8}"/>
                </a:ext>
              </a:extLst>
            </p:cNvPr>
            <p:cNvCxnSpPr/>
            <p:nvPr/>
          </p:nvCxnSpPr>
          <p:spPr>
            <a:xfrm>
              <a:off x="6288912" y="3030667"/>
              <a:ext cx="0" cy="11566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2E6A11-8482-4B0C-92F9-3C28A9FD1F12}"/>
                    </a:ext>
                  </a:extLst>
                </p:cNvPr>
                <p:cNvSpPr txBox="1"/>
                <p:nvPr/>
              </p:nvSpPr>
              <p:spPr>
                <a:xfrm>
                  <a:off x="3899667" y="2095521"/>
                  <a:ext cx="402354" cy="3470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2E6A11-8482-4B0C-92F9-3C28A9FD1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667" y="2095521"/>
                  <a:ext cx="402354" cy="347018"/>
                </a:xfrm>
                <a:prstGeom prst="rect">
                  <a:avLst/>
                </a:prstGeom>
                <a:blipFill>
                  <a:blip r:embed="rId3"/>
                  <a:stretch>
                    <a:fillRect l="-7576" t="-3509" r="-13636" b="-175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BB689E5-00A3-42E8-9ECA-9C88519DB82D}"/>
                    </a:ext>
                  </a:extLst>
                </p:cNvPr>
                <p:cNvSpPr txBox="1"/>
                <p:nvPr/>
              </p:nvSpPr>
              <p:spPr>
                <a:xfrm>
                  <a:off x="3972876" y="3373422"/>
                  <a:ext cx="402353" cy="359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BB689E5-00A3-42E8-9ECA-9C88519DB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876" y="3373422"/>
                  <a:ext cx="402353" cy="359522"/>
                </a:xfrm>
                <a:prstGeom prst="rect">
                  <a:avLst/>
                </a:prstGeom>
                <a:blipFill>
                  <a:blip r:embed="rId4"/>
                  <a:stretch>
                    <a:fillRect l="-7576" t="-3390" r="-13636" b="-135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9B183C8-80F0-489A-85BA-1B72C9E19136}"/>
                    </a:ext>
                  </a:extLst>
                </p:cNvPr>
                <p:cNvSpPr txBox="1"/>
                <p:nvPr/>
              </p:nvSpPr>
              <p:spPr>
                <a:xfrm>
                  <a:off x="5835851" y="2091035"/>
                  <a:ext cx="402354" cy="3470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[3]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9B183C8-80F0-489A-85BA-1B72C9E191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5851" y="2091035"/>
                  <a:ext cx="402354" cy="347018"/>
                </a:xfrm>
                <a:prstGeom prst="rect">
                  <a:avLst/>
                </a:prstGeom>
                <a:blipFill>
                  <a:blip r:embed="rId5"/>
                  <a:stretch>
                    <a:fillRect l="-7576" t="-3509" r="-12121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BC96C97-BEC9-479F-A8EB-35C3E38B49F6}"/>
                    </a:ext>
                  </a:extLst>
                </p:cNvPr>
                <p:cNvSpPr txBox="1"/>
                <p:nvPr/>
              </p:nvSpPr>
              <p:spPr>
                <a:xfrm>
                  <a:off x="5835852" y="3354355"/>
                  <a:ext cx="402354" cy="3472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[3]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BC96C97-BEC9-479F-A8EB-35C3E38B4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5852" y="3354355"/>
                  <a:ext cx="402354" cy="347275"/>
                </a:xfrm>
                <a:prstGeom prst="rect">
                  <a:avLst/>
                </a:prstGeom>
                <a:blipFill>
                  <a:blip r:embed="rId6"/>
                  <a:stretch>
                    <a:fillRect l="-7576" t="-3509" r="-12121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6C19BC-ADAC-4BB0-8775-B75B987E631C}"/>
                    </a:ext>
                  </a:extLst>
                </p:cNvPr>
                <p:cNvSpPr txBox="1"/>
                <p:nvPr/>
              </p:nvSpPr>
              <p:spPr>
                <a:xfrm>
                  <a:off x="4431822" y="2091035"/>
                  <a:ext cx="412742" cy="3470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A6C19BC-ADAC-4BB0-8775-B75B987E6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822" y="2091035"/>
                  <a:ext cx="412742" cy="347018"/>
                </a:xfrm>
                <a:prstGeom prst="rect">
                  <a:avLst/>
                </a:prstGeom>
                <a:blipFill>
                  <a:blip r:embed="rId7"/>
                  <a:stretch>
                    <a:fillRect l="-8824" t="-3509" r="-11765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58A35A0-1DDC-4DCC-BC5C-B8D7EE28ECEF}"/>
                    </a:ext>
                  </a:extLst>
                </p:cNvPr>
                <p:cNvSpPr txBox="1"/>
                <p:nvPr/>
              </p:nvSpPr>
              <p:spPr>
                <a:xfrm>
                  <a:off x="4439867" y="3354355"/>
                  <a:ext cx="412741" cy="3595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58A35A0-1DDC-4DCC-BC5C-B8D7EE28E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9867" y="3354355"/>
                  <a:ext cx="412741" cy="359522"/>
                </a:xfrm>
                <a:prstGeom prst="rect">
                  <a:avLst/>
                </a:prstGeom>
                <a:blipFill>
                  <a:blip r:embed="rId8"/>
                  <a:stretch>
                    <a:fillRect l="-8955" t="-3390" r="-11940" b="-118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FC05306-6C96-4FF2-BB2D-1068077A6BF1}"/>
                    </a:ext>
                  </a:extLst>
                </p:cNvPr>
                <p:cNvSpPr txBox="1"/>
                <p:nvPr/>
              </p:nvSpPr>
              <p:spPr>
                <a:xfrm>
                  <a:off x="6339619" y="3366602"/>
                  <a:ext cx="412742" cy="3472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[3]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FC05306-6C96-4FF2-BB2D-1068077A6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9619" y="3366602"/>
                  <a:ext cx="412742" cy="347275"/>
                </a:xfrm>
                <a:prstGeom prst="rect">
                  <a:avLst/>
                </a:prstGeom>
                <a:blipFill>
                  <a:blip r:embed="rId9"/>
                  <a:stretch>
                    <a:fillRect l="-8824" t="-3509" r="-11765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6C3A662-026E-42B6-A569-FB09685F4461}"/>
                    </a:ext>
                  </a:extLst>
                </p:cNvPr>
                <p:cNvSpPr txBox="1"/>
                <p:nvPr/>
              </p:nvSpPr>
              <p:spPr>
                <a:xfrm>
                  <a:off x="6346236" y="2091035"/>
                  <a:ext cx="412742" cy="3470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[3]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6C3A662-026E-42B6-A569-FB09685F4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6236" y="2091035"/>
                  <a:ext cx="412742" cy="347018"/>
                </a:xfrm>
                <a:prstGeom prst="rect">
                  <a:avLst/>
                </a:prstGeom>
                <a:blipFill>
                  <a:blip r:embed="rId10"/>
                  <a:stretch>
                    <a:fillRect l="-8824" t="-3509" r="-11765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49336A-2281-444C-B235-5AB86A6148B5}"/>
                </a:ext>
              </a:extLst>
            </p:cNvPr>
            <p:cNvSpPr txBox="1"/>
            <p:nvPr/>
          </p:nvSpPr>
          <p:spPr>
            <a:xfrm>
              <a:off x="5810395" y="1339795"/>
              <a:ext cx="855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838100-F6DD-4084-80FD-8365F12817FD}"/>
                </a:ext>
              </a:extLst>
            </p:cNvPr>
            <p:cNvSpPr txBox="1"/>
            <p:nvPr/>
          </p:nvSpPr>
          <p:spPr>
            <a:xfrm>
              <a:off x="3947419" y="1339795"/>
              <a:ext cx="855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FADCFB-1F81-4766-BAF7-F180458383BA}"/>
                </a:ext>
              </a:extLst>
            </p:cNvPr>
            <p:cNvSpPr txBox="1"/>
            <p:nvPr/>
          </p:nvSpPr>
          <p:spPr>
            <a:xfrm>
              <a:off x="1211518" y="1342473"/>
              <a:ext cx="855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1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63FCEB6-E0D6-4507-B6DD-AFA0B3AE82D1}"/>
              </a:ext>
            </a:extLst>
          </p:cNvPr>
          <p:cNvSpPr txBox="1"/>
          <p:nvPr/>
        </p:nvSpPr>
        <p:spPr>
          <a:xfrm>
            <a:off x="274886" y="3923327"/>
            <a:ext cx="10052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mini-batch: grad desc on learnable parameters  (</a:t>
            </a:r>
            <a:r>
              <a:rPr lang="en-US" dirty="0" err="1"/>
              <a:t>fp</a:t>
            </a:r>
            <a:r>
              <a:rPr lang="en-US" dirty="0"/>
              <a:t>=</a:t>
            </a:r>
            <a:r>
              <a:rPr lang="en-US" dirty="0" err="1"/>
              <a:t>forw</a:t>
            </a:r>
            <a:r>
              <a:rPr lang="en-US" dirty="0"/>
              <a:t> prop; bn= batch norm;  act= activation)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E866A8-4A32-49AB-AFB6-0839C102CBA3}"/>
                  </a:ext>
                </a:extLst>
              </p:cNvPr>
              <p:cNvSpPr txBox="1"/>
              <p:nvPr/>
            </p:nvSpPr>
            <p:spPr>
              <a:xfrm>
                <a:off x="2112513" y="4651647"/>
                <a:ext cx="7972632" cy="394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1" smtClean="0">
                        <a:latin typeface="Cambria Math" panose="02040503050406030204" pitchFamily="18" charset="0"/>
                      </a:rPr>
                      <m:t>    ⟶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⟶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⟶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   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⟶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2400" b="1" dirty="0">
                    <a:latin typeface="Cambria Math" panose="02040503050406030204" pitchFamily="18" charset="0"/>
                  </a:rPr>
                  <a:t>…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E866A8-4A32-49AB-AFB6-0839C102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513" y="4651647"/>
                <a:ext cx="7972632" cy="394852"/>
              </a:xfrm>
              <a:prstGeom prst="rect">
                <a:avLst/>
              </a:prstGeom>
              <a:blipFill>
                <a:blip r:embed="rId11"/>
                <a:stretch>
                  <a:fillRect l="-77" t="-16923" r="-1530" b="-4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2B8A3E90-7745-44D6-8D4D-393A06DC6A91}"/>
              </a:ext>
            </a:extLst>
          </p:cNvPr>
          <p:cNvSpPr/>
          <p:nvPr/>
        </p:nvSpPr>
        <p:spPr>
          <a:xfrm rot="10800000">
            <a:off x="2161078" y="5291801"/>
            <a:ext cx="828363" cy="237891"/>
          </a:xfrm>
          <a:prstGeom prst="wedgeRectCallout">
            <a:avLst>
              <a:gd name="adj1" fmla="val -20833"/>
              <a:gd name="adj2" fmla="val 1598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9A7DF8-F373-46D2-B36A-1A5CE08D4362}"/>
              </a:ext>
            </a:extLst>
          </p:cNvPr>
          <p:cNvSpPr txBox="1"/>
          <p:nvPr/>
        </p:nvSpPr>
        <p:spPr>
          <a:xfrm>
            <a:off x="2610586" y="45307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fp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EE280F-5935-4F8B-8EA3-317734EE2F38}"/>
              </a:ext>
            </a:extLst>
          </p:cNvPr>
          <p:cNvSpPr txBox="1"/>
          <p:nvPr/>
        </p:nvSpPr>
        <p:spPr>
          <a:xfrm>
            <a:off x="6585393" y="453076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fp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A44C25-48D2-40AE-9828-6792D742B5FD}"/>
              </a:ext>
            </a:extLst>
          </p:cNvPr>
          <p:cNvSpPr txBox="1"/>
          <p:nvPr/>
        </p:nvSpPr>
        <p:spPr>
          <a:xfrm>
            <a:off x="3799162" y="453076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EAB28C-9C77-458C-9C2A-98F497876984}"/>
              </a:ext>
            </a:extLst>
          </p:cNvPr>
          <p:cNvSpPr txBox="1"/>
          <p:nvPr/>
        </p:nvSpPr>
        <p:spPr>
          <a:xfrm>
            <a:off x="7964518" y="453076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CD194C-24CF-446B-94E8-9B9D0D38BE1C}"/>
              </a:ext>
            </a:extLst>
          </p:cNvPr>
          <p:cNvSpPr txBox="1"/>
          <p:nvPr/>
        </p:nvSpPr>
        <p:spPr>
          <a:xfrm>
            <a:off x="5192277" y="4530763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</a:t>
            </a: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1591B250-1089-48B1-904C-8903D91F52B1}"/>
              </a:ext>
            </a:extLst>
          </p:cNvPr>
          <p:cNvSpPr/>
          <p:nvPr/>
        </p:nvSpPr>
        <p:spPr>
          <a:xfrm rot="10800000">
            <a:off x="3375470" y="5368553"/>
            <a:ext cx="968469" cy="394852"/>
          </a:xfrm>
          <a:prstGeom prst="wedgeRectCallout">
            <a:avLst>
              <a:gd name="adj1" fmla="val -20833"/>
              <a:gd name="adj2" fmla="val 1598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76588C66-709C-4C49-B3F2-31160324D713}"/>
              </a:ext>
            </a:extLst>
          </p:cNvPr>
          <p:cNvSpPr/>
          <p:nvPr/>
        </p:nvSpPr>
        <p:spPr>
          <a:xfrm rot="10800000">
            <a:off x="6251682" y="5306095"/>
            <a:ext cx="828363" cy="237891"/>
          </a:xfrm>
          <a:prstGeom prst="wedgeRectCallout">
            <a:avLst>
              <a:gd name="adj1" fmla="val -20833"/>
              <a:gd name="adj2" fmla="val 1598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62F5D8-470C-49AC-A4F6-8E33A62875B3}"/>
                  </a:ext>
                </a:extLst>
              </p:cNvPr>
              <p:cNvSpPr txBox="1"/>
              <p:nvPr/>
            </p:nvSpPr>
            <p:spPr>
              <a:xfrm>
                <a:off x="2419973" y="5244994"/>
                <a:ext cx="47711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62F5D8-470C-49AC-A4F6-8E33A6287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973" y="5244994"/>
                <a:ext cx="477118" cy="320985"/>
              </a:xfrm>
              <a:prstGeom prst="rect">
                <a:avLst/>
              </a:prstGeom>
              <a:blipFill>
                <a:blip r:embed="rId12"/>
                <a:stretch>
                  <a:fillRect l="-12821" t="-3774" r="-11538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5E1AC9-DAE1-465F-88DE-461F690537A1}"/>
                  </a:ext>
                </a:extLst>
              </p:cNvPr>
              <p:cNvSpPr txBox="1"/>
              <p:nvPr/>
            </p:nvSpPr>
            <p:spPr>
              <a:xfrm>
                <a:off x="6483957" y="5283256"/>
                <a:ext cx="47711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5E1AC9-DAE1-465F-88DE-461F69053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957" y="5283256"/>
                <a:ext cx="477118" cy="320985"/>
              </a:xfrm>
              <a:prstGeom prst="rect">
                <a:avLst/>
              </a:prstGeom>
              <a:blipFill>
                <a:blip r:embed="rId13"/>
                <a:stretch>
                  <a:fillRect l="-12821" t="-5769" r="-1153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D9F53DE-2559-4415-AAB0-7507E8DEFF1C}"/>
                  </a:ext>
                </a:extLst>
              </p:cNvPr>
              <p:cNvSpPr txBox="1"/>
              <p:nvPr/>
            </p:nvSpPr>
            <p:spPr>
              <a:xfrm>
                <a:off x="2272609" y="2031651"/>
                <a:ext cx="47711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D9F53DE-2559-4415-AAB0-7507E8DEF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609" y="2031651"/>
                <a:ext cx="477118" cy="320985"/>
              </a:xfrm>
              <a:prstGeom prst="rect">
                <a:avLst/>
              </a:prstGeom>
              <a:blipFill>
                <a:blip r:embed="rId14"/>
                <a:stretch>
                  <a:fillRect l="-12821" t="-3774" r="-11538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F1AD4-CAC6-4FE6-9F07-40F0C36082B9}"/>
                  </a:ext>
                </a:extLst>
              </p:cNvPr>
              <p:cNvSpPr txBox="1"/>
              <p:nvPr/>
            </p:nvSpPr>
            <p:spPr>
              <a:xfrm>
                <a:off x="4813613" y="2052984"/>
                <a:ext cx="477118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F1AD4-CAC6-4FE6-9F07-40F0C3608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613" y="2052984"/>
                <a:ext cx="477118" cy="320985"/>
              </a:xfrm>
              <a:prstGeom prst="rect">
                <a:avLst/>
              </a:prstGeom>
              <a:blipFill>
                <a:blip r:embed="rId15"/>
                <a:stretch>
                  <a:fillRect l="-12821" t="-5769" r="-1153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D7CEE5-1356-4F7F-B211-E229A2A88EB9}"/>
                  </a:ext>
                </a:extLst>
              </p:cNvPr>
              <p:cNvSpPr txBox="1"/>
              <p:nvPr/>
            </p:nvSpPr>
            <p:spPr>
              <a:xfrm>
                <a:off x="3375469" y="5405486"/>
                <a:ext cx="968470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ED7CEE5-1356-4F7F-B211-E229A2A88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469" y="5405486"/>
                <a:ext cx="968470" cy="320985"/>
              </a:xfrm>
              <a:prstGeom prst="rect">
                <a:avLst/>
              </a:prstGeom>
              <a:blipFill>
                <a:blip r:embed="rId16"/>
                <a:stretch>
                  <a:fillRect l="-6289" t="-5769" r="-5660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peech Bubble: Rectangle 44">
            <a:extLst>
              <a:ext uri="{FF2B5EF4-FFF2-40B4-BE49-F238E27FC236}">
                <a16:creationId xmlns:a16="http://schemas.microsoft.com/office/drawing/2014/main" id="{862CACC0-D12B-49C7-8A73-52635183AAA0}"/>
              </a:ext>
            </a:extLst>
          </p:cNvPr>
          <p:cNvSpPr/>
          <p:nvPr/>
        </p:nvSpPr>
        <p:spPr>
          <a:xfrm rot="10800000">
            <a:off x="7587195" y="5368553"/>
            <a:ext cx="968469" cy="394852"/>
          </a:xfrm>
          <a:prstGeom prst="wedgeRectCallout">
            <a:avLst>
              <a:gd name="adj1" fmla="val -20833"/>
              <a:gd name="adj2" fmla="val 1598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0B3148-BC12-4166-9804-B442438D8F48}"/>
                  </a:ext>
                </a:extLst>
              </p:cNvPr>
              <p:cNvSpPr txBox="1"/>
              <p:nvPr/>
            </p:nvSpPr>
            <p:spPr>
              <a:xfrm>
                <a:off x="7587194" y="5405486"/>
                <a:ext cx="968470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00B3148-BC12-4166-9804-B442438D8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194" y="5405486"/>
                <a:ext cx="968470" cy="320985"/>
              </a:xfrm>
              <a:prstGeom prst="rect">
                <a:avLst/>
              </a:prstGeom>
              <a:blipFill>
                <a:blip r:embed="rId17"/>
                <a:stretch>
                  <a:fillRect l="-6329" t="-5769" r="-6329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81A82113-9D7A-41BB-817A-B0A6767C8717}"/>
              </a:ext>
            </a:extLst>
          </p:cNvPr>
          <p:cNvSpPr/>
          <p:nvPr/>
        </p:nvSpPr>
        <p:spPr>
          <a:xfrm rot="10800000">
            <a:off x="4851089" y="5291801"/>
            <a:ext cx="828363" cy="237891"/>
          </a:xfrm>
          <a:prstGeom prst="wedgeRectCallout">
            <a:avLst>
              <a:gd name="adj1" fmla="val -20833"/>
              <a:gd name="adj2" fmla="val 15981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8957D9-AD78-448A-A936-8D1E99EE9B94}"/>
                  </a:ext>
                </a:extLst>
              </p:cNvPr>
              <p:cNvSpPr txBox="1"/>
              <p:nvPr/>
            </p:nvSpPr>
            <p:spPr>
              <a:xfrm>
                <a:off x="5132279" y="5252693"/>
                <a:ext cx="4072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8957D9-AD78-448A-A936-8D1E99EE9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279" y="5252693"/>
                <a:ext cx="407291" cy="276999"/>
              </a:xfrm>
              <a:prstGeom prst="rect">
                <a:avLst/>
              </a:prstGeom>
              <a:blipFill>
                <a:blip r:embed="rId18"/>
                <a:stretch>
                  <a:fillRect l="-13433" t="-4444" r="-2089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010519-27D2-45A7-AA41-500D7C2B90A7}"/>
                  </a:ext>
                </a:extLst>
              </p:cNvPr>
              <p:cNvSpPr txBox="1"/>
              <p:nvPr/>
            </p:nvSpPr>
            <p:spPr>
              <a:xfrm>
                <a:off x="335918" y="5913152"/>
                <a:ext cx="111758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 practice it is like adding a BN layer after a layer to be normalized and performing standard backprop to learn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u="sng" dirty="0"/>
                  <a:t>Technicality</a:t>
                </a:r>
                <a:r>
                  <a:rPr lang="en-US" dirty="0"/>
                  <a:t>: mean normalization gets rid of the bias term, thus when using BN there is non need for bias units.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010519-27D2-45A7-AA41-500D7C2B9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18" y="5913152"/>
                <a:ext cx="11175880" cy="646331"/>
              </a:xfrm>
              <a:prstGeom prst="rect">
                <a:avLst/>
              </a:prstGeom>
              <a:blipFill>
                <a:blip r:embed="rId19"/>
                <a:stretch>
                  <a:fillRect l="-43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48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C69D38-BC49-42ED-855B-12CC9701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Covariate shift (learning on shifting input distributions)</a:t>
            </a:r>
          </a:p>
        </p:txBody>
      </p:sp>
      <p:pic>
        <p:nvPicPr>
          <p:cNvPr id="6" name="Picture 5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B3F8AD85-CA5E-438B-AA6A-7102A765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37" y="1788987"/>
            <a:ext cx="9016678" cy="5069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6285E7-CFF7-4085-BC4B-3F1B74221DF4}"/>
              </a:ext>
            </a:extLst>
          </p:cNvPr>
          <p:cNvSpPr txBox="1"/>
          <p:nvPr/>
        </p:nvSpPr>
        <p:spPr>
          <a:xfrm>
            <a:off x="48176" y="3756333"/>
            <a:ext cx="158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black cats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4889B-ECBE-458F-A8D4-49E330156082}"/>
              </a:ext>
            </a:extLst>
          </p:cNvPr>
          <p:cNvSpPr txBox="1"/>
          <p:nvPr/>
        </p:nvSpPr>
        <p:spPr>
          <a:xfrm>
            <a:off x="5548080" y="3756333"/>
            <a:ext cx="1342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Colored cats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19488C-88C4-42B2-803C-DA571A13CBF7}"/>
              </a:ext>
            </a:extLst>
          </p:cNvPr>
          <p:cNvGrpSpPr/>
          <p:nvPr/>
        </p:nvGrpSpPr>
        <p:grpSpPr>
          <a:xfrm>
            <a:off x="106049" y="4768769"/>
            <a:ext cx="1701479" cy="1500812"/>
            <a:chOff x="106049" y="4768769"/>
            <a:chExt cx="1701479" cy="150081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6C5930D-E176-4421-88F7-01BA48B2B4D4}"/>
                </a:ext>
              </a:extLst>
            </p:cNvPr>
            <p:cNvCxnSpPr/>
            <p:nvPr/>
          </p:nvCxnSpPr>
          <p:spPr>
            <a:xfrm>
              <a:off x="828503" y="4768769"/>
              <a:ext cx="0" cy="14645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96B95A-ED1D-4A1A-93BE-AAE0BF253ADD}"/>
                </a:ext>
              </a:extLst>
            </p:cNvPr>
            <p:cNvCxnSpPr/>
            <p:nvPr/>
          </p:nvCxnSpPr>
          <p:spPr>
            <a:xfrm>
              <a:off x="106049" y="5697638"/>
              <a:ext cx="17014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2BEF11-29D4-4F3E-A4EE-3A6962A8DB7B}"/>
                </a:ext>
              </a:extLst>
            </p:cNvPr>
            <p:cNvSpPr txBox="1"/>
            <p:nvPr/>
          </p:nvSpPr>
          <p:spPr>
            <a:xfrm>
              <a:off x="817968" y="5161962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B89020-9A9F-4036-8DBA-E4DC6328E962}"/>
                </a:ext>
              </a:extLst>
            </p:cNvPr>
            <p:cNvSpPr txBox="1"/>
            <p:nvPr/>
          </p:nvSpPr>
          <p:spPr>
            <a:xfrm>
              <a:off x="596226" y="5291562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EFB2EF-798A-4A0C-B046-B4D815F4A86A}"/>
                </a:ext>
              </a:extLst>
            </p:cNvPr>
            <p:cNvSpPr txBox="1"/>
            <p:nvPr/>
          </p:nvSpPr>
          <p:spPr>
            <a:xfrm>
              <a:off x="374219" y="5389861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1954BB-5878-4A1F-AFA4-26E0FBD6C71B}"/>
                </a:ext>
              </a:extLst>
            </p:cNvPr>
            <p:cNvSpPr txBox="1"/>
            <p:nvPr/>
          </p:nvSpPr>
          <p:spPr>
            <a:xfrm>
              <a:off x="494966" y="508852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4CE738-3B9F-49C8-8A8C-A6E4D17F1FFD}"/>
                </a:ext>
              </a:extLst>
            </p:cNvPr>
            <p:cNvSpPr txBox="1"/>
            <p:nvPr/>
          </p:nvSpPr>
          <p:spPr>
            <a:xfrm>
              <a:off x="873866" y="581615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E5ABF5-D173-4C35-88D3-743DE93979D9}"/>
                </a:ext>
              </a:extLst>
            </p:cNvPr>
            <p:cNvSpPr txBox="1"/>
            <p:nvPr/>
          </p:nvSpPr>
          <p:spPr>
            <a:xfrm>
              <a:off x="720619" y="5635605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E7965C-9B89-42AB-B505-842A1FF8E111}"/>
                </a:ext>
              </a:extLst>
            </p:cNvPr>
            <p:cNvSpPr txBox="1"/>
            <p:nvPr/>
          </p:nvSpPr>
          <p:spPr>
            <a:xfrm>
              <a:off x="455079" y="5737246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E8DA73-70EA-4602-9811-6D0ECC04D2B8}"/>
                </a:ext>
              </a:extLst>
            </p:cNvPr>
            <p:cNvSpPr txBox="1"/>
            <p:nvPr/>
          </p:nvSpPr>
          <p:spPr>
            <a:xfrm>
              <a:off x="774650" y="596180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A79424-17B9-4F6C-81B1-03C0D94C1551}"/>
                </a:ext>
              </a:extLst>
            </p:cNvPr>
            <p:cNvSpPr txBox="1"/>
            <p:nvPr/>
          </p:nvSpPr>
          <p:spPr>
            <a:xfrm>
              <a:off x="994827" y="5904991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22E282-9896-4863-A5AD-DF0A7D973F66}"/>
              </a:ext>
            </a:extLst>
          </p:cNvPr>
          <p:cNvGrpSpPr/>
          <p:nvPr/>
        </p:nvGrpSpPr>
        <p:grpSpPr>
          <a:xfrm>
            <a:off x="5548080" y="4750636"/>
            <a:ext cx="1701479" cy="1500812"/>
            <a:chOff x="106049" y="4768769"/>
            <a:chExt cx="1701479" cy="150081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B17B52-D13C-4FBD-8E2B-5A45CE4D0913}"/>
                </a:ext>
              </a:extLst>
            </p:cNvPr>
            <p:cNvCxnSpPr/>
            <p:nvPr/>
          </p:nvCxnSpPr>
          <p:spPr>
            <a:xfrm>
              <a:off x="828503" y="4768769"/>
              <a:ext cx="0" cy="14645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768F284-A6AE-4CB9-93C5-C82A994F50D8}"/>
                </a:ext>
              </a:extLst>
            </p:cNvPr>
            <p:cNvCxnSpPr/>
            <p:nvPr/>
          </p:nvCxnSpPr>
          <p:spPr>
            <a:xfrm>
              <a:off x="106049" y="5697638"/>
              <a:ext cx="17014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C9AFF7-5DB7-4F10-ADBF-2DF3C88F2D3F}"/>
                </a:ext>
              </a:extLst>
            </p:cNvPr>
            <p:cNvSpPr txBox="1"/>
            <p:nvPr/>
          </p:nvSpPr>
          <p:spPr>
            <a:xfrm>
              <a:off x="817968" y="5161962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13222CF-7B11-4977-A285-2243EEF2E252}"/>
                </a:ext>
              </a:extLst>
            </p:cNvPr>
            <p:cNvSpPr txBox="1"/>
            <p:nvPr/>
          </p:nvSpPr>
          <p:spPr>
            <a:xfrm>
              <a:off x="1186254" y="523589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1F0848-3993-4F95-B3E9-ED2603F99765}"/>
                </a:ext>
              </a:extLst>
            </p:cNvPr>
            <p:cNvSpPr txBox="1"/>
            <p:nvPr/>
          </p:nvSpPr>
          <p:spPr>
            <a:xfrm>
              <a:off x="1032358" y="545922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68F223-4AE9-498D-B838-0E69E6CA2A64}"/>
                </a:ext>
              </a:extLst>
            </p:cNvPr>
            <p:cNvSpPr txBox="1"/>
            <p:nvPr/>
          </p:nvSpPr>
          <p:spPr>
            <a:xfrm>
              <a:off x="956788" y="5112633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A0C9C9-74C0-473B-B0D7-BADC731BA430}"/>
                </a:ext>
              </a:extLst>
            </p:cNvPr>
            <p:cNvSpPr txBox="1"/>
            <p:nvPr/>
          </p:nvSpPr>
          <p:spPr>
            <a:xfrm>
              <a:off x="873866" y="581615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6DD97D-647D-4411-B6E5-00E04897DD23}"/>
                </a:ext>
              </a:extLst>
            </p:cNvPr>
            <p:cNvSpPr txBox="1"/>
            <p:nvPr/>
          </p:nvSpPr>
          <p:spPr>
            <a:xfrm>
              <a:off x="720619" y="5635605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CB916A-CAEF-46DF-B624-456B091DC64F}"/>
                </a:ext>
              </a:extLst>
            </p:cNvPr>
            <p:cNvSpPr txBox="1"/>
            <p:nvPr/>
          </p:nvSpPr>
          <p:spPr>
            <a:xfrm>
              <a:off x="455079" y="5737246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385680-C23B-4BE3-8C4C-8043B748D78C}"/>
                </a:ext>
              </a:extLst>
            </p:cNvPr>
            <p:cNvSpPr txBox="1"/>
            <p:nvPr/>
          </p:nvSpPr>
          <p:spPr>
            <a:xfrm>
              <a:off x="774650" y="596180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3C06F5-CDD2-4F12-86F1-91F4509A2A9A}"/>
                </a:ext>
              </a:extLst>
            </p:cNvPr>
            <p:cNvSpPr txBox="1"/>
            <p:nvPr/>
          </p:nvSpPr>
          <p:spPr>
            <a:xfrm>
              <a:off x="994827" y="5904991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E6BE414-55BA-43AE-A724-7B4FCA594751}"/>
              </a:ext>
            </a:extLst>
          </p:cNvPr>
          <p:cNvSpPr txBox="1"/>
          <p:nvPr/>
        </p:nvSpPr>
        <p:spPr>
          <a:xfrm>
            <a:off x="6255646" y="5386375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F11F85-22BB-471F-86C3-98FC70431E16}"/>
              </a:ext>
            </a:extLst>
          </p:cNvPr>
          <p:cNvSpPr txBox="1"/>
          <p:nvPr/>
        </p:nvSpPr>
        <p:spPr>
          <a:xfrm>
            <a:off x="5970579" y="6030276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6A0C12-AB58-45A0-A229-FED8B87CFFB2}"/>
              </a:ext>
            </a:extLst>
          </p:cNvPr>
          <p:cNvSpPr txBox="1"/>
          <p:nvPr/>
        </p:nvSpPr>
        <p:spPr>
          <a:xfrm>
            <a:off x="6695859" y="5961804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O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74C64B8-BB2B-4BEA-AB28-C0822D736270}"/>
              </a:ext>
            </a:extLst>
          </p:cNvPr>
          <p:cNvSpPr/>
          <p:nvPr/>
        </p:nvSpPr>
        <p:spPr>
          <a:xfrm>
            <a:off x="196770" y="5596980"/>
            <a:ext cx="1289243" cy="711223"/>
          </a:xfrm>
          <a:custGeom>
            <a:avLst/>
            <a:gdLst>
              <a:gd name="connsiteX0" fmla="*/ 0 w 1289243"/>
              <a:gd name="connsiteY0" fmla="*/ 456579 h 711223"/>
              <a:gd name="connsiteX1" fmla="*/ 428263 w 1289243"/>
              <a:gd name="connsiteY1" fmla="*/ 74615 h 711223"/>
              <a:gd name="connsiteX2" fmla="*/ 555584 w 1289243"/>
              <a:gd name="connsiteY2" fmla="*/ 5167 h 711223"/>
              <a:gd name="connsiteX3" fmla="*/ 821802 w 1289243"/>
              <a:gd name="connsiteY3" fmla="*/ 16742 h 711223"/>
              <a:gd name="connsiteX4" fmla="*/ 1030146 w 1289243"/>
              <a:gd name="connsiteY4" fmla="*/ 109339 h 711223"/>
              <a:gd name="connsiteX5" fmla="*/ 1134319 w 1289243"/>
              <a:gd name="connsiteY5" fmla="*/ 225086 h 711223"/>
              <a:gd name="connsiteX6" fmla="*/ 1238491 w 1289243"/>
              <a:gd name="connsiteY6" fmla="*/ 445005 h 711223"/>
              <a:gd name="connsiteX7" fmla="*/ 1284789 w 1289243"/>
              <a:gd name="connsiteY7" fmla="*/ 630200 h 711223"/>
              <a:gd name="connsiteX8" fmla="*/ 1284789 w 1289243"/>
              <a:gd name="connsiteY8" fmla="*/ 711223 h 71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243" h="711223">
                <a:moveTo>
                  <a:pt x="0" y="456579"/>
                </a:moveTo>
                <a:cubicBezTo>
                  <a:pt x="167833" y="303214"/>
                  <a:pt x="335666" y="149850"/>
                  <a:pt x="428263" y="74615"/>
                </a:cubicBezTo>
                <a:cubicBezTo>
                  <a:pt x="520860" y="-620"/>
                  <a:pt x="489994" y="14812"/>
                  <a:pt x="555584" y="5167"/>
                </a:cubicBezTo>
                <a:cubicBezTo>
                  <a:pt x="621174" y="-4479"/>
                  <a:pt x="742708" y="-620"/>
                  <a:pt x="821802" y="16742"/>
                </a:cubicBezTo>
                <a:cubicBezTo>
                  <a:pt x="900896" y="34104"/>
                  <a:pt x="978060" y="74615"/>
                  <a:pt x="1030146" y="109339"/>
                </a:cubicBezTo>
                <a:cubicBezTo>
                  <a:pt x="1082232" y="144063"/>
                  <a:pt x="1099595" y="169142"/>
                  <a:pt x="1134319" y="225086"/>
                </a:cubicBezTo>
                <a:cubicBezTo>
                  <a:pt x="1169043" y="281030"/>
                  <a:pt x="1213413" y="377486"/>
                  <a:pt x="1238491" y="445005"/>
                </a:cubicBezTo>
                <a:cubicBezTo>
                  <a:pt x="1263569" y="512524"/>
                  <a:pt x="1277073" y="585830"/>
                  <a:pt x="1284789" y="630200"/>
                </a:cubicBezTo>
                <a:cubicBezTo>
                  <a:pt x="1292505" y="674570"/>
                  <a:pt x="1288647" y="692896"/>
                  <a:pt x="1284789" y="711223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B41F2DF-1CDC-40EB-BBA2-2FE2F7523C3E}"/>
              </a:ext>
            </a:extLst>
          </p:cNvPr>
          <p:cNvSpPr/>
          <p:nvPr/>
        </p:nvSpPr>
        <p:spPr>
          <a:xfrm>
            <a:off x="5632451" y="5623841"/>
            <a:ext cx="1289243" cy="711223"/>
          </a:xfrm>
          <a:custGeom>
            <a:avLst/>
            <a:gdLst>
              <a:gd name="connsiteX0" fmla="*/ 0 w 1289243"/>
              <a:gd name="connsiteY0" fmla="*/ 456579 h 711223"/>
              <a:gd name="connsiteX1" fmla="*/ 428263 w 1289243"/>
              <a:gd name="connsiteY1" fmla="*/ 74615 h 711223"/>
              <a:gd name="connsiteX2" fmla="*/ 555584 w 1289243"/>
              <a:gd name="connsiteY2" fmla="*/ 5167 h 711223"/>
              <a:gd name="connsiteX3" fmla="*/ 821802 w 1289243"/>
              <a:gd name="connsiteY3" fmla="*/ 16742 h 711223"/>
              <a:gd name="connsiteX4" fmla="*/ 1030146 w 1289243"/>
              <a:gd name="connsiteY4" fmla="*/ 109339 h 711223"/>
              <a:gd name="connsiteX5" fmla="*/ 1134319 w 1289243"/>
              <a:gd name="connsiteY5" fmla="*/ 225086 h 711223"/>
              <a:gd name="connsiteX6" fmla="*/ 1238491 w 1289243"/>
              <a:gd name="connsiteY6" fmla="*/ 445005 h 711223"/>
              <a:gd name="connsiteX7" fmla="*/ 1284789 w 1289243"/>
              <a:gd name="connsiteY7" fmla="*/ 630200 h 711223"/>
              <a:gd name="connsiteX8" fmla="*/ 1284789 w 1289243"/>
              <a:gd name="connsiteY8" fmla="*/ 711223 h 71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9243" h="711223">
                <a:moveTo>
                  <a:pt x="0" y="456579"/>
                </a:moveTo>
                <a:cubicBezTo>
                  <a:pt x="167833" y="303214"/>
                  <a:pt x="335666" y="149850"/>
                  <a:pt x="428263" y="74615"/>
                </a:cubicBezTo>
                <a:cubicBezTo>
                  <a:pt x="520860" y="-620"/>
                  <a:pt x="489994" y="14812"/>
                  <a:pt x="555584" y="5167"/>
                </a:cubicBezTo>
                <a:cubicBezTo>
                  <a:pt x="621174" y="-4479"/>
                  <a:pt x="742708" y="-620"/>
                  <a:pt x="821802" y="16742"/>
                </a:cubicBezTo>
                <a:cubicBezTo>
                  <a:pt x="900896" y="34104"/>
                  <a:pt x="978060" y="74615"/>
                  <a:pt x="1030146" y="109339"/>
                </a:cubicBezTo>
                <a:cubicBezTo>
                  <a:pt x="1082232" y="144063"/>
                  <a:pt x="1099595" y="169142"/>
                  <a:pt x="1134319" y="225086"/>
                </a:cubicBezTo>
                <a:cubicBezTo>
                  <a:pt x="1169043" y="281030"/>
                  <a:pt x="1213413" y="377486"/>
                  <a:pt x="1238491" y="445005"/>
                </a:cubicBezTo>
                <a:cubicBezTo>
                  <a:pt x="1263569" y="512524"/>
                  <a:pt x="1277073" y="585830"/>
                  <a:pt x="1284789" y="630200"/>
                </a:cubicBezTo>
                <a:cubicBezTo>
                  <a:pt x="1292505" y="674570"/>
                  <a:pt x="1288647" y="692896"/>
                  <a:pt x="1284789" y="711223"/>
                </a:cubicBezTo>
              </a:path>
            </a:pathLst>
          </a:cu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321135-20BD-42AB-875B-EFA5D96F97F1}"/>
              </a:ext>
            </a:extLst>
          </p:cNvPr>
          <p:cNvSpPr txBox="1"/>
          <p:nvPr/>
        </p:nvSpPr>
        <p:spPr>
          <a:xfrm>
            <a:off x="5818596" y="1471422"/>
            <a:ext cx="5726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actual classification boundary is the green one</a:t>
            </a:r>
            <a:br>
              <a:rPr lang="en-US" dirty="0"/>
            </a:br>
            <a:r>
              <a:rPr lang="en-US" dirty="0"/>
              <a:t>it is hard that one is able to learn it with just the training</a:t>
            </a:r>
            <a:br>
              <a:rPr lang="en-US" dirty="0"/>
            </a:br>
            <a:r>
              <a:rPr lang="en-US" dirty="0"/>
              <a:t>set on the left or on the right (shift in the input distribution</a:t>
            </a:r>
            <a:br>
              <a:rPr lang="en-US" dirty="0"/>
            </a:br>
            <a:r>
              <a:rPr lang="en-US" dirty="0"/>
              <a:t>will influence the result)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3741691-FEC2-4AD4-B227-76983A8A9633}"/>
              </a:ext>
            </a:extLst>
          </p:cNvPr>
          <p:cNvCxnSpPr/>
          <p:nvPr/>
        </p:nvCxnSpPr>
        <p:spPr>
          <a:xfrm flipV="1">
            <a:off x="106049" y="5315850"/>
            <a:ext cx="1294488" cy="6093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08FB17-C7D7-4C93-AADD-934953E746B7}"/>
              </a:ext>
            </a:extLst>
          </p:cNvPr>
          <p:cNvCxnSpPr>
            <a:cxnSpLocks/>
          </p:cNvCxnSpPr>
          <p:nvPr/>
        </p:nvCxnSpPr>
        <p:spPr>
          <a:xfrm>
            <a:off x="5548080" y="5386375"/>
            <a:ext cx="1923667" cy="56858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71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D7102-6AAD-42E1-9C4D-3F9EAE5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350393"/>
            <a:ext cx="10515600" cy="4351338"/>
          </a:xfrm>
        </p:spPr>
        <p:txBody>
          <a:bodyPr/>
          <a:lstStyle/>
          <a:p>
            <a:r>
              <a:rPr lang="en-US" b="1" dirty="0"/>
              <a:t>Covariate shift</a:t>
            </a:r>
            <a:r>
              <a:rPr lang="en-US" dirty="0"/>
              <a:t>: if you train a model to learn a mapping from input to output, by changing the input distribution you have to re-train your model, even if the ground true mapping between input and output does not change.</a:t>
            </a:r>
          </a:p>
          <a:p>
            <a:r>
              <a:rPr lang="en-US" dirty="0"/>
              <a:t>Why this affect D-NN?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D015B574-40EA-448E-BDE7-4D39ED50D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587" y="1731263"/>
            <a:ext cx="7040629" cy="21491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978BE9-14A8-4C37-A67C-A6AD3BF82755}"/>
              </a:ext>
            </a:extLst>
          </p:cNvPr>
          <p:cNvSpPr txBox="1"/>
          <p:nvPr/>
        </p:nvSpPr>
        <p:spPr>
          <a:xfrm>
            <a:off x="557784" y="3998976"/>
            <a:ext cx="1148724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we consider a deep layer in the net (e.g. layer 4), its input values depends on the previous weights </a:t>
            </a:r>
            <a:br>
              <a:rPr lang="en-US" sz="2000" dirty="0"/>
            </a:br>
            <a:r>
              <a:rPr lang="en-US" sz="2000" dirty="0"/>
              <a:t>that may be a large number (e.g. input to layer 3 depends on weights at layers 1,2 and 3);</a:t>
            </a:r>
            <a:br>
              <a:rPr lang="en-US" sz="2000" dirty="0"/>
            </a:br>
            <a:r>
              <a:rPr lang="en-US" sz="2000" dirty="0"/>
              <a:t> this means that the input to the layer may change a lot (i.e., from the perspective of the layer, its inputs </a:t>
            </a:r>
            <a:br>
              <a:rPr lang="en-US" sz="2000" dirty="0"/>
            </a:br>
            <a:r>
              <a:rPr lang="en-US" sz="2000" dirty="0"/>
              <a:t>suffer of distribution shift)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BN takes this shift under control, since even if values change, they keep same mean and same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Moreover, since mean and variance are computed within mini-batches, this introduces a small noise </a:t>
            </a:r>
            <a:br>
              <a:rPr lang="en-US" sz="2000" dirty="0"/>
            </a:br>
            <a:r>
              <a:rPr lang="en-US" sz="2000" dirty="0"/>
              <a:t>in the hidden unit values which has the effect of a regularization (smaller the mini-batch size, larger is the</a:t>
            </a:r>
            <a:br>
              <a:rPr lang="en-US" sz="2000" dirty="0"/>
            </a:br>
            <a:r>
              <a:rPr lang="en-US" sz="2000" dirty="0"/>
              <a:t>regularization effect)</a:t>
            </a:r>
          </a:p>
        </p:txBody>
      </p:sp>
    </p:spTree>
    <p:extLst>
      <p:ext uri="{BB962C8B-B14F-4D97-AF65-F5344CB8AC3E}">
        <p14:creationId xmlns:p14="http://schemas.microsoft.com/office/powerpoint/2010/main" val="191553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B2C3-9641-4943-A3A8-3859167A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BN at test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3A81D-BAF4-4226-9148-466C20A8B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084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testing how the mean and variance of the test examples are computed? We cannot use the test set (it may be of size 1)</a:t>
                </a:r>
              </a:p>
              <a:p>
                <a:r>
                  <a:rPr lang="en-US" dirty="0"/>
                  <a:t>Solution: during training, compute the EMA of the means and variances computed in each mini-batch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p>
                    </m:sSubSup>
                  </m:oMath>
                </a14:m>
                <a:r>
                  <a:rPr lang="en-US" dirty="0"/>
                  <a:t> be the mean and standard deviation of unit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at level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/>
                  <a:t> in mini-batch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US" dirty="0"/>
                  <a:t>respectively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𝐸𝑀𝐴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sup>
                    </m:sSubSup>
                  </m:oMath>
                </a14:m>
                <a:r>
                  <a:rPr lang="en-US" dirty="0"/>
                  <a:t>,…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𝐸𝑀𝐴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{2}</m:t>
                        </m:r>
                      </m:sup>
                    </m:sSubSup>
                  </m:oMath>
                </a14:m>
                <a:r>
                  <a:rPr lang="en-US" dirty="0"/>
                  <a:t>,…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These values are used to normalize the value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dirty="0"/>
                  <a:t> at test time (first standardize and then apply BN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</m:oMath>
                </a14:m>
                <a:r>
                  <a:rPr lang="en-US" dirty="0"/>
                  <a:t>)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3A81D-BAF4-4226-9148-466C20A8B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0841"/>
              </a:xfrm>
              <a:blipFill>
                <a:blip r:embed="rId2"/>
                <a:stretch>
                  <a:fillRect l="-928" t="-2481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11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Microsoft Office PowerPoint</Application>
  <PresentationFormat>Widescreen</PresentationFormat>
  <Paragraphs>163</Paragraphs>
  <Slides>22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sohne</vt:lpstr>
      <vt:lpstr>Symbol</vt:lpstr>
      <vt:lpstr>Times New Roman</vt:lpstr>
      <vt:lpstr>Office Theme</vt:lpstr>
      <vt:lpstr>Optimization in Deep-L NN</vt:lpstr>
      <vt:lpstr>Big Data: mini-batch GD</vt:lpstr>
      <vt:lpstr>Mini-batch size</vt:lpstr>
      <vt:lpstr>Exponentially weighted averages</vt:lpstr>
      <vt:lpstr>Moving average: exponentially weighted</vt:lpstr>
      <vt:lpstr>Exponentially weighted averages</vt:lpstr>
      <vt:lpstr>Bias correction</vt:lpstr>
      <vt:lpstr>example</vt:lpstr>
      <vt:lpstr>PowerPoint Presentation</vt:lpstr>
      <vt:lpstr>PowerPoint Presentation</vt:lpstr>
      <vt:lpstr>Momentum as a EMA of gradient</vt:lpstr>
      <vt:lpstr>PowerPoint Presentation</vt:lpstr>
      <vt:lpstr>PowerPoint Presentation</vt:lpstr>
      <vt:lpstr>RMSprop (root mean square propagation)</vt:lpstr>
      <vt:lpstr>ADAM optimization</vt:lpstr>
      <vt:lpstr>Visualization of RMSProp e Adam</vt:lpstr>
      <vt:lpstr>Batch Normalization (BN)</vt:lpstr>
      <vt:lpstr>Batch Normalization: details</vt:lpstr>
      <vt:lpstr>Batch Normalization: learning</vt:lpstr>
      <vt:lpstr>Covariate shift (learning on shifting input distributions)</vt:lpstr>
      <vt:lpstr>PowerPoint Presentation</vt:lpstr>
      <vt:lpstr>BN at test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in Deep-L NN</dc:title>
  <dc:creator>Luigi Portinale</dc:creator>
  <cp:lastModifiedBy>Luigi Portinale</cp:lastModifiedBy>
  <cp:revision>14</cp:revision>
  <dcterms:created xsi:type="dcterms:W3CDTF">2021-08-25T15:59:11Z</dcterms:created>
  <dcterms:modified xsi:type="dcterms:W3CDTF">2025-04-07T13:49:41Z</dcterms:modified>
</cp:coreProperties>
</file>